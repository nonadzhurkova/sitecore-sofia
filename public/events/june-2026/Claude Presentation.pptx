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427" r:id="rId5"/>
    <p:sldId id="401" r:id="rId6"/>
    <p:sldId id="402" r:id="rId7"/>
    <p:sldId id="404" r:id="rId8"/>
    <p:sldId id="405" r:id="rId9"/>
    <p:sldId id="387" r:id="rId10"/>
    <p:sldId id="406" r:id="rId11"/>
    <p:sldId id="407" r:id="rId12"/>
    <p:sldId id="364" r:id="rId13"/>
    <p:sldId id="366" r:id="rId14"/>
    <p:sldId id="368" r:id="rId15"/>
    <p:sldId id="370" r:id="rId16"/>
    <p:sldId id="372" r:id="rId17"/>
    <p:sldId id="385" r:id="rId18"/>
    <p:sldId id="376" r:id="rId19"/>
    <p:sldId id="411" r:id="rId20"/>
    <p:sldId id="396" r:id="rId21"/>
    <p:sldId id="412" r:id="rId22"/>
    <p:sldId id="398" r:id="rId23"/>
    <p:sldId id="399" r:id="rId24"/>
    <p:sldId id="400" r:id="rId25"/>
    <p:sldId id="414" r:id="rId26"/>
    <p:sldId id="380" r:id="rId27"/>
    <p:sldId id="415" r:id="rId28"/>
    <p:sldId id="417" r:id="rId29"/>
    <p:sldId id="420" r:id="rId30"/>
    <p:sldId id="422" r:id="rId31"/>
    <p:sldId id="425" r:id="rId32"/>
    <p:sldId id="42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47"/>
  </p:normalViewPr>
  <p:slideViewPr>
    <p:cSldViewPr snapToGrid="0" snapToObjects="1">
      <p:cViewPr varScale="1">
        <p:scale>
          <a:sx n="88" d="100"/>
          <a:sy n="88" d="100"/>
        </p:scale>
        <p:origin x="210" y="5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077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5084125-A5B5-581F-8847-7154F555A1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7620" y="-4286"/>
            <a:ext cx="12207240" cy="6866572"/>
          </a:xfrm>
          <a:prstGeom prst="rect">
            <a:avLst/>
          </a:pr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200D7683-48A0-8541-0336-7D2C8099F7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690" y="457199"/>
            <a:ext cx="2241441" cy="4669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15794F-7225-BBA3-275C-59B4450B3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71600"/>
            <a:ext cx="11277600" cy="4101760"/>
          </a:xfrm>
        </p:spPr>
        <p:txBody>
          <a:bodyPr bIns="0" anchor="b"/>
          <a:lstStyle>
            <a:lvl1pPr algn="l">
              <a:lnSpc>
                <a:spcPct val="70000"/>
              </a:lnSpc>
              <a:defRPr sz="7200" b="0" i="0" spc="0">
                <a:solidFill>
                  <a:schemeClr val="bg1"/>
                </a:solidFill>
                <a:latin typeface="Bebas Neue Regular" panose="020B0606020202050201" pitchFamily="34" charset="77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21717A8-EE15-8968-68B9-BD34B91856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1" y="5479710"/>
            <a:ext cx="11277599" cy="457200"/>
          </a:xfrm>
        </p:spPr>
        <p:txBody>
          <a:bodyPr/>
          <a:lstStyle>
            <a:lvl1pPr marL="0" indent="0">
              <a:buNone/>
              <a:defRPr sz="1800" b="0" i="0">
                <a:solidFill>
                  <a:schemeClr val="bg1">
                    <a:lumMod val="85000"/>
                  </a:schemeClr>
                </a:solidFill>
                <a:latin typeface="Libre Franklin Light" pitchFamily="2" charset="77"/>
              </a:defRPr>
            </a:lvl1pPr>
            <a:lvl2pPr marL="283464" indent="0">
              <a:buNone/>
              <a:defRPr sz="1800" b="0" i="0">
                <a:solidFill>
                  <a:schemeClr val="bg1">
                    <a:lumMod val="85000"/>
                  </a:schemeClr>
                </a:solidFill>
                <a:latin typeface="Libre Franklin Light" pitchFamily="2" charset="77"/>
              </a:defRPr>
            </a:lvl2pPr>
            <a:lvl3pPr marL="564642" indent="0">
              <a:buNone/>
              <a:defRPr sz="1800" b="0" i="0">
                <a:solidFill>
                  <a:schemeClr val="bg1">
                    <a:lumMod val="85000"/>
                  </a:schemeClr>
                </a:solidFill>
                <a:latin typeface="Libre Franklin Light" pitchFamily="2" charset="77"/>
              </a:defRPr>
            </a:lvl3pPr>
            <a:lvl4pPr marL="848106" indent="0">
              <a:buNone/>
              <a:defRPr sz="1800" b="0" i="0">
                <a:solidFill>
                  <a:schemeClr val="bg1">
                    <a:lumMod val="85000"/>
                  </a:schemeClr>
                </a:solidFill>
                <a:latin typeface="Libre Franklin Light" pitchFamily="2" charset="77"/>
              </a:defRPr>
            </a:lvl4pPr>
            <a:lvl5pPr marL="1131570" indent="0">
              <a:buNone/>
              <a:defRPr sz="1800" b="0" i="0">
                <a:solidFill>
                  <a:schemeClr val="bg1">
                    <a:lumMod val="85000"/>
                  </a:schemeClr>
                </a:solidFill>
                <a:latin typeface="Libre Franklin Light" pitchFamily="2" charset="77"/>
              </a:defRPr>
            </a:lvl5pPr>
          </a:lstStyle>
          <a:p>
            <a:pPr lvl="0"/>
            <a:r>
              <a:rPr lang="en-US" dirty="0"/>
              <a:t>Presentation Sub-Title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46AFC82D-2A1E-23AA-EBEF-38D586523D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54152" y="6105297"/>
            <a:ext cx="520976" cy="107722"/>
          </a:xfrm>
        </p:spPr>
        <p:txBody>
          <a:bodyPr wrap="none">
            <a:spAutoFit/>
          </a:bodyPr>
          <a:lstStyle>
            <a:lvl1pPr algn="l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3F62A640-FB43-9845-B963-5E976C91604A}" type="datetime4">
              <a:rPr lang="en-US" smtClean="0"/>
              <a:t>June 23, 2026</a:t>
            </a:fld>
            <a:endParaRPr lang="en-US" dirty="0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571FA9A4-2EF3-99CF-CC9E-FD07E215FFE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54153" y="6219540"/>
            <a:ext cx="11277600" cy="174739"/>
          </a:xfrm>
        </p:spPr>
        <p:txBody>
          <a:bodyPr/>
          <a:lstStyle>
            <a:lvl1pPr>
              <a:defRPr>
                <a:solidFill>
                  <a:schemeClr val="bg1">
                    <a:alpha val="10000"/>
                  </a:schemeClr>
                </a:solidFill>
              </a:defRPr>
            </a:lvl1pPr>
          </a:lstStyle>
          <a:p>
            <a:pPr algn="l"/>
            <a:r>
              <a:rPr lang="en-US"/>
              <a:t>Prepared by Americaneagle.com. All contents proprietary and confidential. ©2024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222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Cover &amp;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97BDDF-1CAC-9D63-C9FC-BF0484B861C8}"/>
              </a:ext>
            </a:extLst>
          </p:cNvPr>
          <p:cNvSpPr/>
          <p:nvPr userDrawn="1"/>
        </p:nvSpPr>
        <p:spPr>
          <a:xfrm>
            <a:off x="-3048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sz="1400" dirty="0" err="1">
              <a:latin typeface="Libre Franklin" pitchFamily="2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EAE6CF-06A9-8B36-DDEA-693D14E7E2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7620" y="-4286"/>
            <a:ext cx="12207240" cy="68665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912862-A4E7-F128-C476-9B17A14095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690" y="457199"/>
            <a:ext cx="2241441" cy="466967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0AA677D-42E7-DB9B-1973-1C047DB90B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flipH="1">
            <a:off x="2906318" y="626363"/>
            <a:ext cx="9144" cy="228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3B4C608-D73C-B431-8457-84269B9B60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71600"/>
            <a:ext cx="11277600" cy="4108280"/>
          </a:xfrm>
        </p:spPr>
        <p:txBody>
          <a:bodyPr bIns="0" anchor="b"/>
          <a:lstStyle>
            <a:lvl1pPr algn="l">
              <a:lnSpc>
                <a:spcPct val="70000"/>
              </a:lnSpc>
              <a:defRPr sz="7200" b="0" i="0" spc="0">
                <a:solidFill>
                  <a:schemeClr val="tx2"/>
                </a:solidFill>
                <a:latin typeface="Bebas Neue Regular" panose="020B0606020202050201" pitchFamily="34" charset="77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17" name="Text Placeholder 44">
            <a:extLst>
              <a:ext uri="{FF2B5EF4-FFF2-40B4-BE49-F238E27FC236}">
                <a16:creationId xmlns:a16="http://schemas.microsoft.com/office/drawing/2014/main" id="{6CDF1E54-7989-B3F2-B75A-6C344434BC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52521" y="457199"/>
            <a:ext cx="2095137" cy="566928"/>
          </a:xfrm>
          <a:prstGeom prst="roundRect">
            <a:avLst>
              <a:gd name="adj" fmla="val 4320"/>
            </a:avLst>
          </a:prstGeom>
          <a:noFill/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D136B1D-EF5F-2686-14D3-7709F02648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4152" y="5486400"/>
            <a:ext cx="11277599" cy="450680"/>
          </a:xfrm>
        </p:spPr>
        <p:txBody>
          <a:bodyPr/>
          <a:lstStyle>
            <a:lvl1pPr marL="0" indent="0">
              <a:buNone/>
              <a:defRPr sz="1800" b="0" i="0">
                <a:latin typeface="Libre Franklin Light" pitchFamily="2" charset="77"/>
              </a:defRPr>
            </a:lvl1pPr>
            <a:lvl2pPr marL="283464" indent="0">
              <a:buNone/>
              <a:defRPr sz="1800" b="0" i="0">
                <a:latin typeface="Libre Franklin Light" pitchFamily="2" charset="77"/>
              </a:defRPr>
            </a:lvl2pPr>
            <a:lvl3pPr marL="564642" indent="0">
              <a:buNone/>
              <a:defRPr sz="1800" b="0" i="0">
                <a:latin typeface="Libre Franklin Light" pitchFamily="2" charset="77"/>
              </a:defRPr>
            </a:lvl3pPr>
            <a:lvl4pPr marL="848106" indent="0">
              <a:buNone/>
              <a:defRPr sz="1800" b="0" i="0">
                <a:latin typeface="Libre Franklin Light" pitchFamily="2" charset="77"/>
              </a:defRPr>
            </a:lvl4pPr>
            <a:lvl5pPr marL="1131570" indent="0">
              <a:buNone/>
              <a:defRPr sz="1800" b="0" i="0">
                <a:latin typeface="Libre Franklin Light" pitchFamily="2" charset="77"/>
              </a:defRPr>
            </a:lvl5pPr>
          </a:lstStyle>
          <a:p>
            <a:pPr lvl="0"/>
            <a:r>
              <a:rPr lang="en-US" dirty="0"/>
              <a:t>Presentation Sub-Title</a:t>
            </a:r>
          </a:p>
        </p:txBody>
      </p:sp>
      <p:sp>
        <p:nvSpPr>
          <p:cNvPr id="13" name="Date Placeholder 6">
            <a:extLst>
              <a:ext uri="{FF2B5EF4-FFF2-40B4-BE49-F238E27FC236}">
                <a16:creationId xmlns:a16="http://schemas.microsoft.com/office/drawing/2014/main" id="{C9445871-FE4B-FF40-98E4-C9AB60EFB6E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54152" y="6105297"/>
            <a:ext cx="520976" cy="107722"/>
          </a:xfrm>
        </p:spPr>
        <p:txBody>
          <a:bodyPr wrap="none">
            <a:sp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9CE0315-F930-9A41-9603-6DC0071E4355}" type="datetime4">
              <a:rPr lang="en-US" smtClean="0"/>
              <a:t>June 23, 2026</a:t>
            </a:fld>
            <a:endParaRPr lang="en-US" dirty="0"/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9492A020-288B-4CDC-F8B4-486AB2CD97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54153" y="6219540"/>
            <a:ext cx="11277600" cy="174739"/>
          </a:xfrm>
        </p:spPr>
        <p:txBody>
          <a:bodyPr/>
          <a:lstStyle/>
          <a:p>
            <a:pPr algn="l"/>
            <a:r>
              <a:rPr lang="en-US"/>
              <a:t>Prepared by Americaneagle.com. All contents proprietary and confidential. ©2024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926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Cover &amp; Client Lo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E5E163-523B-9B59-70A4-B3FE2DCD9D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7620" y="-4286"/>
            <a:ext cx="12207240" cy="6866572"/>
          </a:xfrm>
          <a:prstGeom prst="rect">
            <a:avLst/>
          </a:pr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200D7683-48A0-8541-0336-7D2C8099F7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690" y="457199"/>
            <a:ext cx="2241441" cy="466967"/>
          </a:xfrm>
          <a:prstGeom prst="rect">
            <a:avLst/>
          </a:prstGeom>
        </p:spPr>
      </p:pic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B5F7461-6100-2BAC-F88B-BBD982EB0C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flipH="1">
            <a:off x="2906318" y="626363"/>
            <a:ext cx="9144" cy="228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9545903-6FE2-F3B0-F177-508A9E2E17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71600"/>
            <a:ext cx="11277600" cy="4101760"/>
          </a:xfrm>
        </p:spPr>
        <p:txBody>
          <a:bodyPr bIns="0" anchor="b"/>
          <a:lstStyle>
            <a:lvl1pPr algn="l">
              <a:lnSpc>
                <a:spcPct val="70000"/>
              </a:lnSpc>
              <a:defRPr sz="7200" b="0" i="0" spc="0">
                <a:solidFill>
                  <a:schemeClr val="bg1"/>
                </a:solidFill>
                <a:latin typeface="Bebas Neue Regular" panose="020B0606020202050201" pitchFamily="34" charset="77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3D7F0C48-01C8-7EDF-11E9-F57A7254C8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5479710"/>
            <a:ext cx="11274552" cy="457200"/>
          </a:xfrm>
        </p:spPr>
        <p:txBody>
          <a:bodyPr/>
          <a:lstStyle>
            <a:lvl1pPr marL="0" indent="0">
              <a:buNone/>
              <a:defRPr sz="1800" b="0" i="0">
                <a:solidFill>
                  <a:schemeClr val="bg1">
                    <a:lumMod val="85000"/>
                  </a:schemeClr>
                </a:solidFill>
                <a:latin typeface="Libre Franklin Light" pitchFamily="2" charset="77"/>
              </a:defRPr>
            </a:lvl1pPr>
            <a:lvl2pPr>
              <a:defRPr sz="1800" b="0" i="0">
                <a:solidFill>
                  <a:schemeClr val="bg1">
                    <a:lumMod val="85000"/>
                  </a:schemeClr>
                </a:solidFill>
                <a:latin typeface="Libre Franklin Light" pitchFamily="2" charset="77"/>
              </a:defRPr>
            </a:lvl2pPr>
            <a:lvl3pPr>
              <a:defRPr sz="1800" b="0" i="0">
                <a:solidFill>
                  <a:schemeClr val="bg1">
                    <a:lumMod val="85000"/>
                  </a:schemeClr>
                </a:solidFill>
                <a:latin typeface="Libre Franklin Light" pitchFamily="2" charset="77"/>
              </a:defRPr>
            </a:lvl3pPr>
            <a:lvl4pPr>
              <a:defRPr sz="1800" b="0" i="0">
                <a:solidFill>
                  <a:schemeClr val="bg1">
                    <a:lumMod val="85000"/>
                  </a:schemeClr>
                </a:solidFill>
                <a:latin typeface="Libre Franklin Light" pitchFamily="2" charset="77"/>
              </a:defRPr>
            </a:lvl4pPr>
            <a:lvl5pPr>
              <a:defRPr sz="1800" b="0" i="0">
                <a:solidFill>
                  <a:schemeClr val="bg1">
                    <a:lumMod val="85000"/>
                  </a:schemeClr>
                </a:solidFill>
                <a:latin typeface="Libre Franklin Light" pitchFamily="2" charset="77"/>
              </a:defRPr>
            </a:lvl5pPr>
          </a:lstStyle>
          <a:p>
            <a:pPr lvl="0"/>
            <a:r>
              <a:rPr lang="en-US" dirty="0"/>
              <a:t>Presentation Sub-Title</a:t>
            </a:r>
          </a:p>
        </p:txBody>
      </p:sp>
      <p:sp>
        <p:nvSpPr>
          <p:cNvPr id="16" name="Text Placeholder 44">
            <a:extLst>
              <a:ext uri="{FF2B5EF4-FFF2-40B4-BE49-F238E27FC236}">
                <a16:creationId xmlns:a16="http://schemas.microsoft.com/office/drawing/2014/main" id="{F4573A4E-7EEB-A890-5995-3B235B44FD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52521" y="457199"/>
            <a:ext cx="2095137" cy="566928"/>
          </a:xfrm>
          <a:prstGeom prst="roundRect">
            <a:avLst>
              <a:gd name="adj" fmla="val 4320"/>
            </a:avLst>
          </a:prstGeom>
          <a:noFill/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371418A1-BAF1-CB9E-A4E3-216B93423CF8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454152" y="6105297"/>
            <a:ext cx="520976" cy="107722"/>
          </a:xfrm>
        </p:spPr>
        <p:txBody>
          <a:bodyPr wrap="none">
            <a:spAutoFit/>
          </a:bodyPr>
          <a:lstStyle>
            <a:lvl1pPr algn="l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775FE6-1A6C-8A4E-86AA-A58656BD4360}" type="datetime4">
              <a:rPr lang="en-US" smtClean="0"/>
              <a:t>June 23, 2026</a:t>
            </a:fld>
            <a:endParaRPr lang="en-US" dirty="0"/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F23B4CCB-E7AD-7A2D-77ED-11960AE78A7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54153" y="6219540"/>
            <a:ext cx="11277600" cy="174739"/>
          </a:xfrm>
        </p:spPr>
        <p:txBody>
          <a:bodyPr/>
          <a:lstStyle>
            <a:lvl1pPr>
              <a:defRPr>
                <a:solidFill>
                  <a:schemeClr val="bg1">
                    <a:alpha val="10000"/>
                  </a:schemeClr>
                </a:solidFill>
              </a:defRPr>
            </a:lvl1pPr>
          </a:lstStyle>
          <a:p>
            <a:pPr algn="l"/>
            <a:r>
              <a:rPr lang="en-US"/>
              <a:t>Prepared by Americaneagle.com. All contents proprietary and confidential. ©2024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435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3CCBEA2-AC4C-4DB1-EA4F-25159448A4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sz="1400" dirty="0" err="1">
              <a:latin typeface="Libre Franklin" pitchFamily="2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A803F3D-80B5-40F1-F7CC-624AF909E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4724400" cy="5038725"/>
          </a:xfrm>
        </p:spPr>
        <p:txBody>
          <a:bodyPr tIns="365760" anchor="ctr"/>
          <a:lstStyle>
            <a:lvl1pPr algn="r">
              <a:lnSpc>
                <a:spcPct val="70000"/>
              </a:lnSpc>
              <a:defRPr sz="7200" b="0" i="0">
                <a:solidFill>
                  <a:schemeClr val="tx2"/>
                </a:solidFill>
                <a:latin typeface="Bebas Neue Regular" panose="020B0606020202050201" pitchFamily="34" charset="77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F64AD39-6BAC-DFF4-6723-A33190018A5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91438-EED7-DB71-A85B-359639CF2A2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53200" y="914400"/>
            <a:ext cx="4721208" cy="5038725"/>
          </a:xfrm>
        </p:spPr>
        <p:txBody>
          <a:bodyPr anchor="ctr"/>
          <a:lstStyle>
            <a:lvl1pPr>
              <a:spcBef>
                <a:spcPts val="600"/>
              </a:spcBef>
              <a:spcAft>
                <a:spcPts val="300"/>
              </a:spcAft>
              <a:defRPr sz="2000" b="0" i="0">
                <a:latin typeface="Libre Franklin Light" pitchFamily="2" charset="77"/>
              </a:defRPr>
            </a:lvl1pPr>
            <a:lvl2pPr>
              <a:defRPr sz="2000" b="0" i="0">
                <a:latin typeface="Libre Franklin Light" pitchFamily="2" charset="77"/>
              </a:defRPr>
            </a:lvl2pPr>
            <a:lvl3pPr>
              <a:defRPr sz="2000" b="0" i="0">
                <a:latin typeface="Libre Franklin Light" pitchFamily="2" charset="77"/>
              </a:defRPr>
            </a:lvl3pPr>
            <a:lvl4pPr>
              <a:defRPr sz="2000" b="0" i="0">
                <a:latin typeface="Libre Franklin Light" pitchFamily="2" charset="77"/>
              </a:defRPr>
            </a:lvl4pPr>
            <a:lvl5pPr>
              <a:defRPr sz="2000" b="0" i="0">
                <a:latin typeface="Libre Franklin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4BBDBE2-0F9B-2ADF-1F10-909E47479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112970"/>
            <a:ext cx="7365380" cy="274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807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6E659A-B6D0-90B4-8E8D-5839FA21D7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7620" y="-4286"/>
            <a:ext cx="12207240" cy="686657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9E82325-4B18-3E91-6C0C-E6E389CC5B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1143000"/>
            <a:ext cx="7409329" cy="4114800"/>
          </a:xfrm>
        </p:spPr>
        <p:txBody>
          <a:bodyPr tIns="0" bIns="0" anchor="b"/>
          <a:lstStyle>
            <a:lvl1pPr algn="l">
              <a:lnSpc>
                <a:spcPct val="70000"/>
              </a:lnSpc>
              <a:defRPr sz="7200" b="0" i="0" spc="0">
                <a:solidFill>
                  <a:schemeClr val="bg1"/>
                </a:solidFill>
                <a:latin typeface="Bebas Neue Regular" panose="020B0606020202050201" pitchFamily="34" charset="77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846BCA8-EEF2-1A70-D732-54F17D3909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0662" y="6406997"/>
            <a:ext cx="1600198" cy="24330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5F32992-D055-23E0-6CBE-1E5108AC72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71600" y="5271866"/>
            <a:ext cx="7409329" cy="457200"/>
          </a:xfrm>
        </p:spPr>
        <p:txBody>
          <a:bodyPr/>
          <a:lstStyle>
            <a:lvl1pPr marL="0" indent="0">
              <a:buNone/>
              <a:defRPr sz="1800" b="0" i="0">
                <a:solidFill>
                  <a:schemeClr val="bg1">
                    <a:lumMod val="85000"/>
                  </a:schemeClr>
                </a:solidFill>
                <a:latin typeface="Libre Franklin Light" pitchFamily="2" charset="77"/>
              </a:defRPr>
            </a:lvl1pPr>
            <a:lvl2pPr marL="283464" indent="0">
              <a:buNone/>
              <a:defRPr sz="1800" b="0" i="0">
                <a:solidFill>
                  <a:schemeClr val="bg1">
                    <a:lumMod val="85000"/>
                  </a:schemeClr>
                </a:solidFill>
                <a:latin typeface="Libre Franklin Light" pitchFamily="2" charset="77"/>
              </a:defRPr>
            </a:lvl2pPr>
            <a:lvl3pPr marL="564642" indent="0">
              <a:buNone/>
              <a:defRPr sz="1800" b="0" i="0">
                <a:solidFill>
                  <a:schemeClr val="bg1">
                    <a:lumMod val="85000"/>
                  </a:schemeClr>
                </a:solidFill>
                <a:latin typeface="Libre Franklin Light" pitchFamily="2" charset="77"/>
              </a:defRPr>
            </a:lvl3pPr>
            <a:lvl4pPr marL="848106" indent="0">
              <a:buNone/>
              <a:defRPr sz="1800" b="0" i="0">
                <a:solidFill>
                  <a:schemeClr val="bg1">
                    <a:lumMod val="85000"/>
                  </a:schemeClr>
                </a:solidFill>
                <a:latin typeface="Libre Franklin Light" pitchFamily="2" charset="77"/>
              </a:defRPr>
            </a:lvl4pPr>
            <a:lvl5pPr marL="1131570" indent="0">
              <a:buNone/>
              <a:defRPr sz="1800" b="0" i="0">
                <a:solidFill>
                  <a:schemeClr val="bg1">
                    <a:lumMod val="85000"/>
                  </a:schemeClr>
                </a:solidFill>
                <a:latin typeface="Libre Franklin Light" pitchFamily="2" charset="77"/>
              </a:defRPr>
            </a:lvl5pPr>
          </a:lstStyle>
          <a:p>
            <a:pPr lvl="0"/>
            <a:r>
              <a:rPr lang="en-US" dirty="0"/>
              <a:t>Section Sub-Title</a:t>
            </a:r>
          </a:p>
        </p:txBody>
      </p:sp>
    </p:spTree>
    <p:extLst>
      <p:ext uri="{BB962C8B-B14F-4D97-AF65-F5344CB8AC3E}">
        <p14:creationId xmlns:p14="http://schemas.microsoft.com/office/powerpoint/2010/main" val="3181586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Sub-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9E82325-4B18-3E91-6C0C-E6E389CC5B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1143000"/>
            <a:ext cx="7409329" cy="4114800"/>
          </a:xfrm>
        </p:spPr>
        <p:txBody>
          <a:bodyPr bIns="0" anchor="b"/>
          <a:lstStyle>
            <a:lvl1pPr algn="l">
              <a:lnSpc>
                <a:spcPct val="70000"/>
              </a:lnSpc>
              <a:defRPr sz="7200" b="0" i="0" spc="0">
                <a:solidFill>
                  <a:schemeClr val="tx2"/>
                </a:solidFill>
                <a:latin typeface="Bebas Neue Regular" panose="020B0606020202050201" pitchFamily="34" charset="77"/>
              </a:defRPr>
            </a:lvl1pPr>
          </a:lstStyle>
          <a:p>
            <a:r>
              <a:rPr lang="en-US" dirty="0"/>
              <a:t>Section Title:</a:t>
            </a:r>
            <a:br>
              <a:rPr lang="en-US" dirty="0"/>
            </a:br>
            <a:r>
              <a:rPr lang="en-US" dirty="0"/>
              <a:t>Sub-Section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FF21823-F8C1-BD30-C3A1-6A331850C0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1600" y="5271866"/>
            <a:ext cx="7409329" cy="457200"/>
          </a:xfr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ibre Franklin Light" pitchFamily="2" charset="77"/>
              </a:defRPr>
            </a:lvl1pPr>
            <a:lvl2pPr marL="283464" indent="0">
              <a:buNone/>
              <a:defRPr sz="1800" b="0" i="0">
                <a:latin typeface="Libre Franklin Light" pitchFamily="2" charset="77"/>
              </a:defRPr>
            </a:lvl2pPr>
            <a:lvl3pPr marL="564642" indent="0">
              <a:buNone/>
              <a:defRPr sz="1800" b="0" i="0">
                <a:latin typeface="Libre Franklin Light" pitchFamily="2" charset="77"/>
              </a:defRPr>
            </a:lvl3pPr>
            <a:lvl4pPr marL="848106" indent="0">
              <a:buNone/>
              <a:defRPr sz="1800" b="0" i="0">
                <a:latin typeface="Libre Franklin Light" pitchFamily="2" charset="77"/>
              </a:defRPr>
            </a:lvl4pPr>
            <a:lvl5pPr marL="1131570" indent="0">
              <a:buNone/>
              <a:defRPr sz="1800" b="0" i="0">
                <a:latin typeface="Libre Franklin Light" pitchFamily="2" charset="77"/>
              </a:defRPr>
            </a:lvl5pPr>
          </a:lstStyle>
          <a:p>
            <a:pPr lvl="0"/>
            <a:r>
              <a:rPr lang="en-US" dirty="0"/>
              <a:t>Section Sub-Title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11E176-D245-9399-9E35-3870965319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702800" y="0"/>
            <a:ext cx="2489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21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d Sub-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9E82325-4B18-3E91-6C0C-E6E389CC5B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1143000"/>
            <a:ext cx="7409329" cy="4114800"/>
          </a:xfrm>
        </p:spPr>
        <p:txBody>
          <a:bodyPr bIns="0" anchor="b"/>
          <a:lstStyle>
            <a:lvl1pPr algn="l">
              <a:lnSpc>
                <a:spcPct val="70000"/>
              </a:lnSpc>
              <a:defRPr sz="7200" b="0" i="0" spc="0">
                <a:solidFill>
                  <a:schemeClr val="tx2"/>
                </a:solidFill>
                <a:latin typeface="Bebas Neue Regular" panose="020B0606020202050201" pitchFamily="34" charset="77"/>
              </a:defRPr>
            </a:lvl1pPr>
          </a:lstStyle>
          <a:p>
            <a:r>
              <a:rPr lang="en-US" dirty="0"/>
              <a:t>Section Title:</a:t>
            </a:r>
            <a:br>
              <a:rPr lang="en-US" dirty="0"/>
            </a:br>
            <a:r>
              <a:rPr lang="en-US" dirty="0"/>
              <a:t>Sub-Section Title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218DD63-ACB4-22D9-81FD-8CB3AA0A878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1600" y="5271866"/>
            <a:ext cx="7409329" cy="457200"/>
          </a:xfr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ibre Franklin Light" pitchFamily="2" charset="77"/>
              </a:defRPr>
            </a:lvl1pPr>
            <a:lvl2pPr marL="283464" indent="0">
              <a:buNone/>
              <a:defRPr sz="1800" b="0" i="0">
                <a:latin typeface="Libre Franklin Light" pitchFamily="2" charset="77"/>
              </a:defRPr>
            </a:lvl2pPr>
            <a:lvl3pPr marL="564642" indent="0">
              <a:buNone/>
              <a:defRPr sz="1800" b="0" i="0">
                <a:latin typeface="Libre Franklin Light" pitchFamily="2" charset="77"/>
              </a:defRPr>
            </a:lvl3pPr>
            <a:lvl4pPr marL="848106" indent="0">
              <a:buNone/>
              <a:defRPr sz="1800" b="0" i="0">
                <a:latin typeface="Libre Franklin Light" pitchFamily="2" charset="77"/>
              </a:defRPr>
            </a:lvl4pPr>
            <a:lvl5pPr marL="1131570" indent="0">
              <a:buNone/>
              <a:defRPr sz="1800" b="0" i="0">
                <a:latin typeface="Libre Franklin Light" pitchFamily="2" charset="77"/>
              </a:defRPr>
            </a:lvl5pPr>
          </a:lstStyle>
          <a:p>
            <a:pPr lvl="0"/>
            <a:r>
              <a:rPr lang="en-US" dirty="0"/>
              <a:t>Section Sub-Title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47CEDE-C512-6EDC-1B6F-596A1831E0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702800" y="0"/>
            <a:ext cx="2489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262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923A997-415E-5307-9C1F-3AEC2C177D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143000"/>
            <a:ext cx="11274551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E4546C-7CA9-473B-14EB-858C22B4586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152062-600E-887A-4707-41FFDC5AB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4769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56">
            <a:extLst>
              <a:ext uri="{FF2B5EF4-FFF2-40B4-BE49-F238E27FC236}">
                <a16:creationId xmlns:a16="http://schemas.microsoft.com/office/drawing/2014/main" id="{07DCCE21-4A6B-555E-8460-7DE952E99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0AEDD-7876-3E8C-7B9B-761163D1A58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42AA04F-AC92-9500-4B64-42DE732214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143000"/>
            <a:ext cx="5524501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370AEA8-FCF7-8242-7079-E8E1DC7429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07251" y="1143000"/>
            <a:ext cx="5524500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7901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03">
            <a:extLst>
              <a:ext uri="{FF2B5EF4-FFF2-40B4-BE49-F238E27FC236}">
                <a16:creationId xmlns:a16="http://schemas.microsoft.com/office/drawing/2014/main" id="{7DAB55D2-24AB-1D6F-38B0-D9315E569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10816-ACAA-C70B-F1F6-3CCC9CB3D22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3626345-BEDB-97A4-9EDD-89258CA92AA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0" y="1143000"/>
            <a:ext cx="3608766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477EE68-762B-B295-7A62-3F6AF39A075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91617" y="1143000"/>
            <a:ext cx="3608766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18A6355-F189-5666-9499-046CB121495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26034" y="1143000"/>
            <a:ext cx="3608766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4022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16FA3D07-147A-44C0-06F2-105C26B91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1C97D4-9866-C248-78FB-85C4A975A46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CE6CC8F-6476-FA9B-C847-3F171C8E7D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0" y="1143000"/>
            <a:ext cx="2644560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8141F00-1177-E608-B464-C1FC6EF3A41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33864" y="1143000"/>
            <a:ext cx="2644560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DB74C508-D10B-9892-448C-B2A5380159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10528" y="1143000"/>
            <a:ext cx="2644560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3B2ADC4C-9782-399F-053D-76BC4014063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087192" y="1143000"/>
            <a:ext cx="2644560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7900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olumn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03">
            <a:extLst>
              <a:ext uri="{FF2B5EF4-FFF2-40B4-BE49-F238E27FC236}">
                <a16:creationId xmlns:a16="http://schemas.microsoft.com/office/drawing/2014/main" id="{7DAB55D2-24AB-1D6F-38B0-D9315E569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600526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5FDA77-C94C-67F0-3549-A3CD12FEA9E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49222DC-AD8E-4F8C-68A2-76647B02215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0" y="1143000"/>
            <a:ext cx="3608766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2F3928A-D285-BEAD-CA0C-AED6805E5A8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90093" y="457200"/>
            <a:ext cx="3608766" cy="2741712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0505B21-41AB-C540-7C40-1E31BEE34F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22986" y="457200"/>
            <a:ext cx="3608766" cy="2741712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F056FAA-FFDD-8EB0-BC50-AC3518682E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90093" y="3426645"/>
            <a:ext cx="3608766" cy="2741712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D8A0594F-EB62-CFD7-D21E-30F2AF3792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122986" y="3426645"/>
            <a:ext cx="3608766" cy="2741712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47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 Column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16FA3D07-147A-44C0-06F2-105C26B91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264049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83630A-B7CB-8A79-6963-C8BDC1C97AA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002A60E-4F6F-36C2-53CF-2184F97BED6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0" y="1143000"/>
            <a:ext cx="2644560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993C1E0E-E150-29C5-21E3-A4FFCD68E70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33864" y="457200"/>
            <a:ext cx="2644560" cy="2741712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FE117DD-3772-A1D8-D8D0-5381A190B6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10528" y="457200"/>
            <a:ext cx="2644560" cy="2741712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3E323145-6C7D-F7D6-3678-440960A1E4D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087192" y="457200"/>
            <a:ext cx="2644560" cy="2741712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ECC45F15-F555-8D00-23B3-946C1B633B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33864" y="3432843"/>
            <a:ext cx="2644560" cy="2741712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059952A1-BC27-E00E-2E3A-4492E488B3D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10528" y="3432843"/>
            <a:ext cx="2644560" cy="2741712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95F6AF1-F719-CF19-08CB-4CDDF7FC86B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087192" y="3432843"/>
            <a:ext cx="2644560" cy="2741712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4948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44">
            <a:extLst>
              <a:ext uri="{FF2B5EF4-FFF2-40B4-BE49-F238E27FC236}">
                <a16:creationId xmlns:a16="http://schemas.microsoft.com/office/drawing/2014/main" id="{9000D75A-A68C-C8A0-DCC3-9659EDD5A8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400" y="1874521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E4546C-7CA9-473B-14EB-858C22B4586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ext Placeholder 44">
            <a:extLst>
              <a:ext uri="{FF2B5EF4-FFF2-40B4-BE49-F238E27FC236}">
                <a16:creationId xmlns:a16="http://schemas.microsoft.com/office/drawing/2014/main" id="{5AEADFB9-E70E-75D3-FC4E-C4FEFF3FD26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91434" y="1874521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24" name="Text Placeholder 44">
            <a:extLst>
              <a:ext uri="{FF2B5EF4-FFF2-40B4-BE49-F238E27FC236}">
                <a16:creationId xmlns:a16="http://schemas.microsoft.com/office/drawing/2014/main" id="{FE92849A-EE96-3776-15B9-C7B00FF11B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68468" y="1874521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25" name="Text Placeholder 44">
            <a:extLst>
              <a:ext uri="{FF2B5EF4-FFF2-40B4-BE49-F238E27FC236}">
                <a16:creationId xmlns:a16="http://schemas.microsoft.com/office/drawing/2014/main" id="{D599FA1C-FC11-1CB6-72A0-001A7D0DE0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45502" y="1874521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26" name="Text Placeholder 44">
            <a:extLst>
              <a:ext uri="{FF2B5EF4-FFF2-40B4-BE49-F238E27FC236}">
                <a16:creationId xmlns:a16="http://schemas.microsoft.com/office/drawing/2014/main" id="{73022A05-FBCA-135C-AAF8-6ED2E3AF51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22536" y="1874521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27" name="Text Placeholder 44">
            <a:extLst>
              <a:ext uri="{FF2B5EF4-FFF2-40B4-BE49-F238E27FC236}">
                <a16:creationId xmlns:a16="http://schemas.microsoft.com/office/drawing/2014/main" id="{642EE00B-9335-9BFA-5E37-A5FC712F8B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4400" y="342900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28" name="Text Placeholder 44">
            <a:extLst>
              <a:ext uri="{FF2B5EF4-FFF2-40B4-BE49-F238E27FC236}">
                <a16:creationId xmlns:a16="http://schemas.microsoft.com/office/drawing/2014/main" id="{3F276D2F-ACF0-7AE0-B8B3-F635B38C6E3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91434" y="342900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29" name="Text Placeholder 44">
            <a:extLst>
              <a:ext uri="{FF2B5EF4-FFF2-40B4-BE49-F238E27FC236}">
                <a16:creationId xmlns:a16="http://schemas.microsoft.com/office/drawing/2014/main" id="{D482895B-1D23-1B2E-9E35-1DD7D9A5E7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68468" y="342900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30" name="Text Placeholder 44">
            <a:extLst>
              <a:ext uri="{FF2B5EF4-FFF2-40B4-BE49-F238E27FC236}">
                <a16:creationId xmlns:a16="http://schemas.microsoft.com/office/drawing/2014/main" id="{2A29CBBD-BBA5-C41D-F505-D5DE76161B8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445502" y="342900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31" name="Text Placeholder 44">
            <a:extLst>
              <a:ext uri="{FF2B5EF4-FFF2-40B4-BE49-F238E27FC236}">
                <a16:creationId xmlns:a16="http://schemas.microsoft.com/office/drawing/2014/main" id="{402DE56D-B569-C4B9-AD74-5DA7F5D7B9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22536" y="342900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32" name="Text Placeholder 44">
            <a:extLst>
              <a:ext uri="{FF2B5EF4-FFF2-40B4-BE49-F238E27FC236}">
                <a16:creationId xmlns:a16="http://schemas.microsoft.com/office/drawing/2014/main" id="{B284CF74-BECC-60DA-CDCF-82C0B22E99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400" y="493776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33" name="Text Placeholder 44">
            <a:extLst>
              <a:ext uri="{FF2B5EF4-FFF2-40B4-BE49-F238E27FC236}">
                <a16:creationId xmlns:a16="http://schemas.microsoft.com/office/drawing/2014/main" id="{06DAF1FF-A812-6BA7-0C7D-47986A924D5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091434" y="493776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34" name="Text Placeholder 44">
            <a:extLst>
              <a:ext uri="{FF2B5EF4-FFF2-40B4-BE49-F238E27FC236}">
                <a16:creationId xmlns:a16="http://schemas.microsoft.com/office/drawing/2014/main" id="{D030AC23-420C-28E6-81AA-FDE7D96F7E0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68468" y="493776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35" name="Text Placeholder 44">
            <a:extLst>
              <a:ext uri="{FF2B5EF4-FFF2-40B4-BE49-F238E27FC236}">
                <a16:creationId xmlns:a16="http://schemas.microsoft.com/office/drawing/2014/main" id="{6AD11EC8-58DF-5D32-99F7-AED49331D07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45502" y="493776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36" name="Text Placeholder 44">
            <a:extLst>
              <a:ext uri="{FF2B5EF4-FFF2-40B4-BE49-F238E27FC236}">
                <a16:creationId xmlns:a16="http://schemas.microsoft.com/office/drawing/2014/main" id="{F2646565-0DEB-E3A7-40DA-2A065F50C30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622536" y="493776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39" name="Title 37">
            <a:extLst>
              <a:ext uri="{FF2B5EF4-FFF2-40B4-BE49-F238E27FC236}">
                <a16:creationId xmlns:a16="http://schemas.microsoft.com/office/drawing/2014/main" id="{1D83C396-080C-EE0E-5E03-0F2142191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685800"/>
            <a:ext cx="10369152" cy="457200"/>
          </a:xfrm>
        </p:spPr>
        <p:txBody>
          <a:bodyPr tIns="45720" anchor="t"/>
          <a:lstStyle>
            <a:lvl1pPr algn="ctr">
              <a:defRPr sz="2400" b="0" i="0">
                <a:solidFill>
                  <a:schemeClr val="tx1"/>
                </a:solidFill>
                <a:latin typeface="Libre Franklin Ligh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9207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eature Row Logo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8683539-1AFD-FFBC-9121-AFBF5AD4EF69}"/>
              </a:ext>
            </a:extLst>
          </p:cNvPr>
          <p:cNvSpPr/>
          <p:nvPr userDrawn="1"/>
        </p:nvSpPr>
        <p:spPr>
          <a:xfrm>
            <a:off x="609600" y="1607339"/>
            <a:ext cx="10972800" cy="1541498"/>
          </a:xfrm>
          <a:prstGeom prst="roundRect">
            <a:avLst>
              <a:gd name="adj" fmla="val 4907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>
            <a:outerShdw blurRad="444500" dist="1270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Libre Franklin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E4546C-7CA9-473B-14EB-858C22B4586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Title 37">
            <a:extLst>
              <a:ext uri="{FF2B5EF4-FFF2-40B4-BE49-F238E27FC236}">
                <a16:creationId xmlns:a16="http://schemas.microsoft.com/office/drawing/2014/main" id="{1D83C396-080C-EE0E-5E03-0F2142191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685800"/>
            <a:ext cx="10369152" cy="457200"/>
          </a:xfrm>
        </p:spPr>
        <p:txBody>
          <a:bodyPr tIns="45720" anchor="t"/>
          <a:lstStyle>
            <a:lvl1pPr algn="ctr">
              <a:defRPr sz="2400" b="0" i="0">
                <a:solidFill>
                  <a:schemeClr val="tx1"/>
                </a:solidFill>
                <a:latin typeface="Libre Franklin Ligh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254BAAC-3AD2-2938-A4DE-10FF115401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59720" y="1456731"/>
            <a:ext cx="3272593" cy="29862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37160" tIns="36576" rIns="137160" bIns="36576" anchor="ctr">
            <a:spAutoFit/>
          </a:bodyPr>
          <a:lstStyle>
            <a:lvl1pPr marL="0" indent="0" algn="ctr">
              <a:buNone/>
              <a:defRPr sz="900" spc="100" baseline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CLIENT CALLOUT: INDUSTRY, TENURE, ETC.</a:t>
            </a:r>
          </a:p>
        </p:txBody>
      </p:sp>
      <p:sp>
        <p:nvSpPr>
          <p:cNvPr id="3" name="Text Placeholder 44">
            <a:extLst>
              <a:ext uri="{FF2B5EF4-FFF2-40B4-BE49-F238E27FC236}">
                <a16:creationId xmlns:a16="http://schemas.microsoft.com/office/drawing/2014/main" id="{D0492987-419D-13CD-30E0-9C7FA6980C8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400" y="1874521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6" name="Text Placeholder 44">
            <a:extLst>
              <a:ext uri="{FF2B5EF4-FFF2-40B4-BE49-F238E27FC236}">
                <a16:creationId xmlns:a16="http://schemas.microsoft.com/office/drawing/2014/main" id="{F6507F1A-0B29-1CCC-7E66-58EA0CEFE4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91434" y="1874521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7" name="Text Placeholder 44">
            <a:extLst>
              <a:ext uri="{FF2B5EF4-FFF2-40B4-BE49-F238E27FC236}">
                <a16:creationId xmlns:a16="http://schemas.microsoft.com/office/drawing/2014/main" id="{947D9CFC-0467-0487-6E20-96124F92F4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68468" y="1874521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8" name="Text Placeholder 44">
            <a:extLst>
              <a:ext uri="{FF2B5EF4-FFF2-40B4-BE49-F238E27FC236}">
                <a16:creationId xmlns:a16="http://schemas.microsoft.com/office/drawing/2014/main" id="{C997C847-B558-EA5F-93C2-90E212F2DB3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45502" y="1874521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9" name="Text Placeholder 44">
            <a:extLst>
              <a:ext uri="{FF2B5EF4-FFF2-40B4-BE49-F238E27FC236}">
                <a16:creationId xmlns:a16="http://schemas.microsoft.com/office/drawing/2014/main" id="{72DE1AA0-7C98-04E4-E642-3490E11D76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22536" y="1874521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10" name="Text Placeholder 44">
            <a:extLst>
              <a:ext uri="{FF2B5EF4-FFF2-40B4-BE49-F238E27FC236}">
                <a16:creationId xmlns:a16="http://schemas.microsoft.com/office/drawing/2014/main" id="{4410BB68-29F0-5856-132B-AEAC5AD572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4400" y="342900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11" name="Text Placeholder 44">
            <a:extLst>
              <a:ext uri="{FF2B5EF4-FFF2-40B4-BE49-F238E27FC236}">
                <a16:creationId xmlns:a16="http://schemas.microsoft.com/office/drawing/2014/main" id="{C75ADCFC-9EE2-B10A-E670-2601A41B60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91434" y="342900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12" name="Text Placeholder 44">
            <a:extLst>
              <a:ext uri="{FF2B5EF4-FFF2-40B4-BE49-F238E27FC236}">
                <a16:creationId xmlns:a16="http://schemas.microsoft.com/office/drawing/2014/main" id="{AEF6C60F-FE05-0F63-2A1C-84F7D83EF84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68468" y="342900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13" name="Text Placeholder 44">
            <a:extLst>
              <a:ext uri="{FF2B5EF4-FFF2-40B4-BE49-F238E27FC236}">
                <a16:creationId xmlns:a16="http://schemas.microsoft.com/office/drawing/2014/main" id="{7995951C-1F8E-EC34-3F36-DA0AE5B089D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445502" y="342900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14" name="Text Placeholder 44">
            <a:extLst>
              <a:ext uri="{FF2B5EF4-FFF2-40B4-BE49-F238E27FC236}">
                <a16:creationId xmlns:a16="http://schemas.microsoft.com/office/drawing/2014/main" id="{F7AE570F-F5F7-AAB6-FF54-0C6E039749A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22536" y="342900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15" name="Text Placeholder 44">
            <a:extLst>
              <a:ext uri="{FF2B5EF4-FFF2-40B4-BE49-F238E27FC236}">
                <a16:creationId xmlns:a16="http://schemas.microsoft.com/office/drawing/2014/main" id="{8EDAD7A6-55AB-8B1A-7EF5-487B5610635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400" y="493776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16" name="Text Placeholder 44">
            <a:extLst>
              <a:ext uri="{FF2B5EF4-FFF2-40B4-BE49-F238E27FC236}">
                <a16:creationId xmlns:a16="http://schemas.microsoft.com/office/drawing/2014/main" id="{8D9A5262-4ACD-BDD7-C466-45DEF9F09C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091434" y="493776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17" name="Text Placeholder 44">
            <a:extLst>
              <a:ext uri="{FF2B5EF4-FFF2-40B4-BE49-F238E27FC236}">
                <a16:creationId xmlns:a16="http://schemas.microsoft.com/office/drawing/2014/main" id="{17CDC40B-D23E-14F3-F6FB-66F81E410A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68468" y="493776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18" name="Text Placeholder 44">
            <a:extLst>
              <a:ext uri="{FF2B5EF4-FFF2-40B4-BE49-F238E27FC236}">
                <a16:creationId xmlns:a16="http://schemas.microsoft.com/office/drawing/2014/main" id="{A9274E12-E69C-4631-DB18-E1BE89E482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45502" y="493776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19" name="Text Placeholder 44">
            <a:extLst>
              <a:ext uri="{FF2B5EF4-FFF2-40B4-BE49-F238E27FC236}">
                <a16:creationId xmlns:a16="http://schemas.microsoft.com/office/drawing/2014/main" id="{BF2BBCAD-B8DB-6A56-8A5A-A15BACB0E4B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622536" y="4937760"/>
            <a:ext cx="1664208" cy="100584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</p:spTree>
    <p:extLst>
      <p:ext uri="{BB962C8B-B14F-4D97-AF65-F5344CB8AC3E}">
        <p14:creationId xmlns:p14="http://schemas.microsoft.com/office/powerpoint/2010/main" val="2740765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evity Logo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A205DAB-2E05-49A3-0A2C-9A9519255E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 descr="A white object in the sky&#10;&#10;Description automatically generated">
            <a:extLst>
              <a:ext uri="{FF2B5EF4-FFF2-40B4-BE49-F238E27FC236}">
                <a16:creationId xmlns:a16="http://schemas.microsoft.com/office/drawing/2014/main" id="{F703E564-4E0F-2FA9-6111-65FA392438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254000" dist="190500" dir="5400000" algn="t" rotWithShape="0">
              <a:prstClr val="black">
                <a:alpha val="5000"/>
              </a:prstClr>
            </a:outerShdw>
          </a:effectLst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F9F19EC-9FD1-783A-9A48-55A0D73986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7A11468-BD9F-1B5A-1405-8CA23F77EC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27207A9-7B88-3606-0DB8-72FE59B248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Title 283">
            <a:extLst>
              <a:ext uri="{FF2B5EF4-FFF2-40B4-BE49-F238E27FC236}">
                <a16:creationId xmlns:a16="http://schemas.microsoft.com/office/drawing/2014/main" id="{0251538F-D3D7-A05C-A7A6-C199447A0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0"/>
            <a:ext cx="10363200" cy="457200"/>
          </a:xfrm>
        </p:spPr>
        <p:txBody>
          <a:bodyPr tIns="45720"/>
          <a:lstStyle>
            <a:lvl1pPr algn="ctr">
              <a:defRPr sz="2400" b="0" i="0">
                <a:solidFill>
                  <a:schemeClr val="tx1"/>
                </a:solidFill>
                <a:latin typeface="Libre Franklin Ligh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31D49B8-652B-4A02-88A3-5713C3FC6D5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56484" y="1957824"/>
            <a:ext cx="2901788" cy="4241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37160" tIns="73152" rIns="137160" bIns="73152" anchor="ctr">
            <a:spAutoFit/>
          </a:bodyPr>
          <a:lstStyle>
            <a:lvl1pPr marL="0" indent="0" algn="ctr">
              <a:buNone/>
              <a:defRPr sz="1000" spc="100" baseline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CUSTOMERS FOR OVER “#” YEARS</a:t>
            </a:r>
          </a:p>
        </p:txBody>
      </p:sp>
      <p:sp>
        <p:nvSpPr>
          <p:cNvPr id="22" name="Text Placeholder 44">
            <a:extLst>
              <a:ext uri="{FF2B5EF4-FFF2-40B4-BE49-F238E27FC236}">
                <a16:creationId xmlns:a16="http://schemas.microsoft.com/office/drawing/2014/main" id="{9000D75A-A68C-C8A0-DCC3-9659EDD5A8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400" y="2809536"/>
            <a:ext cx="1419601" cy="91440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41" name="Text Placeholder 44">
            <a:extLst>
              <a:ext uri="{FF2B5EF4-FFF2-40B4-BE49-F238E27FC236}">
                <a16:creationId xmlns:a16="http://schemas.microsoft.com/office/drawing/2014/main" id="{04AD5126-FF39-8D3B-665D-0D791DB6737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61831" y="2809536"/>
            <a:ext cx="1419601" cy="91440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42" name="Text Placeholder 44">
            <a:extLst>
              <a:ext uri="{FF2B5EF4-FFF2-40B4-BE49-F238E27FC236}">
                <a16:creationId xmlns:a16="http://schemas.microsoft.com/office/drawing/2014/main" id="{1FF0F7D8-AFC5-A48C-1BB4-A7FA86F73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09263" y="2809536"/>
            <a:ext cx="1419601" cy="91440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43" name="Text Placeholder 44">
            <a:extLst>
              <a:ext uri="{FF2B5EF4-FFF2-40B4-BE49-F238E27FC236}">
                <a16:creationId xmlns:a16="http://schemas.microsoft.com/office/drawing/2014/main" id="{138CC92E-4264-A9BD-D3E3-741C312F192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4026380"/>
            <a:ext cx="1419601" cy="91440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44" name="Text Placeholder 44">
            <a:extLst>
              <a:ext uri="{FF2B5EF4-FFF2-40B4-BE49-F238E27FC236}">
                <a16:creationId xmlns:a16="http://schemas.microsoft.com/office/drawing/2014/main" id="{82BD92C4-6057-A23D-58CE-A187BA52A0C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561831" y="4026380"/>
            <a:ext cx="1419601" cy="91440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554A6167-38EB-F224-6564-82A11CDF32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09263" y="4026380"/>
            <a:ext cx="1419601" cy="91440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E4546C-7CA9-473B-14EB-858C22B4586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2" name="Text Placeholder 44">
            <a:extLst>
              <a:ext uri="{FF2B5EF4-FFF2-40B4-BE49-F238E27FC236}">
                <a16:creationId xmlns:a16="http://schemas.microsoft.com/office/drawing/2014/main" id="{B79D6B42-D599-2534-2F91-650AAF91E20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0148" y="2809536"/>
            <a:ext cx="1419601" cy="91440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53" name="Text Placeholder 44">
            <a:extLst>
              <a:ext uri="{FF2B5EF4-FFF2-40B4-BE49-F238E27FC236}">
                <a16:creationId xmlns:a16="http://schemas.microsoft.com/office/drawing/2014/main" id="{276990A8-C293-471F-CC81-9D5FBAD05C1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97579" y="2809536"/>
            <a:ext cx="1419601" cy="91440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54" name="Text Placeholder 44">
            <a:extLst>
              <a:ext uri="{FF2B5EF4-FFF2-40B4-BE49-F238E27FC236}">
                <a16:creationId xmlns:a16="http://schemas.microsoft.com/office/drawing/2014/main" id="{C01FC6AA-E9E3-2782-0602-C22E2411C8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45011" y="2809536"/>
            <a:ext cx="1419601" cy="91440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55" name="Text Placeholder 44">
            <a:extLst>
              <a:ext uri="{FF2B5EF4-FFF2-40B4-BE49-F238E27FC236}">
                <a16:creationId xmlns:a16="http://schemas.microsoft.com/office/drawing/2014/main" id="{9966D212-48F9-61A6-D0A1-3A9D582377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50148" y="4026380"/>
            <a:ext cx="1419601" cy="91440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56" name="Text Placeholder 44">
            <a:extLst>
              <a:ext uri="{FF2B5EF4-FFF2-40B4-BE49-F238E27FC236}">
                <a16:creationId xmlns:a16="http://schemas.microsoft.com/office/drawing/2014/main" id="{27AFF41A-7FE7-6CAF-14B7-0E69AF445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97579" y="4026380"/>
            <a:ext cx="1419601" cy="91440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57" name="Text Placeholder 44">
            <a:extLst>
              <a:ext uri="{FF2B5EF4-FFF2-40B4-BE49-F238E27FC236}">
                <a16:creationId xmlns:a16="http://schemas.microsoft.com/office/drawing/2014/main" id="{D5030748-B79F-9CD4-2674-E4479C2BFEA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45011" y="4026380"/>
            <a:ext cx="1419601" cy="914400"/>
          </a:xfrm>
          <a:prstGeom prst="roundRect">
            <a:avLst>
              <a:gd name="adj" fmla="val 4320"/>
            </a:avLst>
          </a:prstGeom>
          <a:solidFill>
            <a:schemeClr val="bg1">
              <a:lumMod val="95000"/>
              <a:alpha val="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7A6CB9-9235-D4EA-23C0-937E772D1FC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21568" y="1957824"/>
            <a:ext cx="2900123" cy="4241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lIns="137160" tIns="73152" rIns="137160" bIns="73152" anchor="ctr">
            <a:spAutoFit/>
          </a:bodyPr>
          <a:lstStyle>
            <a:lvl1pPr marL="0" indent="0" algn="ctr">
              <a:buNone/>
              <a:defRPr sz="1000" spc="1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CUSTOMERS FOR OVER “#” YEARS</a:t>
            </a:r>
          </a:p>
        </p:txBody>
      </p:sp>
    </p:spTree>
    <p:extLst>
      <p:ext uri="{BB962C8B-B14F-4D97-AF65-F5344CB8AC3E}">
        <p14:creationId xmlns:p14="http://schemas.microsoft.com/office/powerpoint/2010/main" val="61461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tform Exper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4E5CFAC1-3997-2793-6557-41A9716018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B334980-6E41-5FF6-CC2C-25C85346ACB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A20C20F-199D-1704-9FBE-5CB375E0F2A5}"/>
              </a:ext>
            </a:extLst>
          </p:cNvPr>
          <p:cNvGrpSpPr/>
          <p:nvPr userDrawn="1"/>
        </p:nvGrpSpPr>
        <p:grpSpPr>
          <a:xfrm>
            <a:off x="4333454" y="918057"/>
            <a:ext cx="6940954" cy="5025542"/>
            <a:chOff x="4266939" y="918057"/>
            <a:chExt cx="6940954" cy="5025542"/>
          </a:xfrm>
          <a:effectLst>
            <a:outerShdw blurRad="190500" dist="38100" dir="2700000" algn="tr" rotWithShape="0">
              <a:prstClr val="black">
                <a:alpha val="3000"/>
              </a:prstClr>
            </a:outerShdw>
          </a:effectLst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E75435AF-68E6-07A5-9843-5C625EEEEE96}"/>
                </a:ext>
              </a:extLst>
            </p:cNvPr>
            <p:cNvSpPr/>
            <p:nvPr/>
          </p:nvSpPr>
          <p:spPr>
            <a:xfrm>
              <a:off x="8973490" y="5029199"/>
              <a:ext cx="2234403" cy="9144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Libre Franklin" pitchFamily="2" charset="77"/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AB4DEF8E-753C-DA34-904D-BB145034B3D0}"/>
                </a:ext>
              </a:extLst>
            </p:cNvPr>
            <p:cNvSpPr/>
            <p:nvPr/>
          </p:nvSpPr>
          <p:spPr>
            <a:xfrm>
              <a:off x="4266939" y="5029199"/>
              <a:ext cx="2234403" cy="9144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Libre Franklin" pitchFamily="2" charset="77"/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4F1160E8-32F9-44C5-AF03-CAF5F2E6BB6B}"/>
                </a:ext>
              </a:extLst>
            </p:cNvPr>
            <p:cNvSpPr/>
            <p:nvPr/>
          </p:nvSpPr>
          <p:spPr>
            <a:xfrm>
              <a:off x="6620215" y="5029199"/>
              <a:ext cx="2234403" cy="9144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Libre Franklin" pitchFamily="2" charset="77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5034120-1813-347E-7204-08868A7F3612}"/>
                </a:ext>
              </a:extLst>
            </p:cNvPr>
            <p:cNvSpPr/>
            <p:nvPr/>
          </p:nvSpPr>
          <p:spPr>
            <a:xfrm>
              <a:off x="8973490" y="4001415"/>
              <a:ext cx="2234403" cy="9144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Libre Franklin" pitchFamily="2" charset="77"/>
              </a:endParaRP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E7032D0-3637-93EF-FDF0-5A8011D1B86C}"/>
                </a:ext>
              </a:extLst>
            </p:cNvPr>
            <p:cNvSpPr/>
            <p:nvPr/>
          </p:nvSpPr>
          <p:spPr>
            <a:xfrm>
              <a:off x="4266939" y="4001415"/>
              <a:ext cx="2234403" cy="9144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Libre Franklin" pitchFamily="2" charset="77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686AFCE-4F11-8996-F505-C3A85E539C35}"/>
                </a:ext>
              </a:extLst>
            </p:cNvPr>
            <p:cNvSpPr/>
            <p:nvPr/>
          </p:nvSpPr>
          <p:spPr>
            <a:xfrm>
              <a:off x="6620215" y="4001415"/>
              <a:ext cx="2234403" cy="9144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Libre Franklin" pitchFamily="2" charset="77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22BC4240-792C-EAFF-CB4F-DC7AA092F12A}"/>
                </a:ext>
              </a:extLst>
            </p:cNvPr>
            <p:cNvSpPr/>
            <p:nvPr/>
          </p:nvSpPr>
          <p:spPr>
            <a:xfrm>
              <a:off x="8973490" y="2973629"/>
              <a:ext cx="2234403" cy="9144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Libre Franklin" pitchFamily="2" charset="77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2BF9EB64-8EC3-0B34-8675-BF2DB69F4AC8}"/>
                </a:ext>
              </a:extLst>
            </p:cNvPr>
            <p:cNvSpPr/>
            <p:nvPr/>
          </p:nvSpPr>
          <p:spPr>
            <a:xfrm>
              <a:off x="4266939" y="2973629"/>
              <a:ext cx="2234403" cy="9144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Libre Franklin" pitchFamily="2" charset="77"/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12777993-2379-4937-D4D8-A8A9EDE1B0A8}"/>
                </a:ext>
              </a:extLst>
            </p:cNvPr>
            <p:cNvSpPr/>
            <p:nvPr/>
          </p:nvSpPr>
          <p:spPr>
            <a:xfrm>
              <a:off x="6620215" y="2973629"/>
              <a:ext cx="2234403" cy="9144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Libre Franklin" pitchFamily="2" charset="77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64F3B3D1-DEA7-9D32-8D82-FC539271027F}"/>
                </a:ext>
              </a:extLst>
            </p:cNvPr>
            <p:cNvSpPr/>
            <p:nvPr/>
          </p:nvSpPr>
          <p:spPr>
            <a:xfrm>
              <a:off x="8973490" y="1945843"/>
              <a:ext cx="2234403" cy="9144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Libre Franklin" pitchFamily="2" charset="77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0B43C6D0-F43F-FB3D-0056-2952F5D72CF0}"/>
                </a:ext>
              </a:extLst>
            </p:cNvPr>
            <p:cNvSpPr/>
            <p:nvPr/>
          </p:nvSpPr>
          <p:spPr>
            <a:xfrm>
              <a:off x="4266939" y="1945843"/>
              <a:ext cx="2234403" cy="9144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Libre Franklin" pitchFamily="2" charset="77"/>
              </a:endParaRP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1452C6D-3EDA-916C-F515-1C483884E341}"/>
                </a:ext>
              </a:extLst>
            </p:cNvPr>
            <p:cNvSpPr/>
            <p:nvPr/>
          </p:nvSpPr>
          <p:spPr>
            <a:xfrm>
              <a:off x="6620215" y="1945843"/>
              <a:ext cx="2234403" cy="9144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Libre Franklin" pitchFamily="2" charset="77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D6E69627-83B7-60F7-7BDF-961A2FF7E281}"/>
                </a:ext>
              </a:extLst>
            </p:cNvPr>
            <p:cNvSpPr/>
            <p:nvPr/>
          </p:nvSpPr>
          <p:spPr>
            <a:xfrm>
              <a:off x="8973490" y="918057"/>
              <a:ext cx="2234403" cy="9144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Libre Franklin" pitchFamily="2" charset="77"/>
              </a:endParaRP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96EA400D-E624-AF79-043F-DCAC49DD1055}"/>
                </a:ext>
              </a:extLst>
            </p:cNvPr>
            <p:cNvSpPr/>
            <p:nvPr/>
          </p:nvSpPr>
          <p:spPr>
            <a:xfrm>
              <a:off x="4266939" y="918057"/>
              <a:ext cx="2234403" cy="9144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Libre Franklin" pitchFamily="2" charset="77"/>
              </a:endParaRP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AF47FDFE-D9EF-5B13-3463-2C29C54685C2}"/>
                </a:ext>
              </a:extLst>
            </p:cNvPr>
            <p:cNvSpPr/>
            <p:nvPr/>
          </p:nvSpPr>
          <p:spPr>
            <a:xfrm>
              <a:off x="6620215" y="918057"/>
              <a:ext cx="2234403" cy="9144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Libre Franklin" pitchFamily="2" charset="77"/>
              </a:endParaRPr>
            </a:p>
          </p:txBody>
        </p:sp>
      </p:grp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46F7D1B2-ECAC-FA25-F087-0FE124EE15F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4400" y="917575"/>
            <a:ext cx="2505075" cy="5026025"/>
          </a:xfrm>
        </p:spPr>
        <p:txBody>
          <a:bodyPr anchor="ctr"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5586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of Scope - ANIM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 Single Corner Rectangle 17">
            <a:extLst>
              <a:ext uri="{FF2B5EF4-FFF2-40B4-BE49-F238E27FC236}">
                <a16:creationId xmlns:a16="http://schemas.microsoft.com/office/drawing/2014/main" id="{8F2A04B8-76E5-91D8-3452-5A5DA8AAB526}"/>
              </a:ext>
            </a:extLst>
          </p:cNvPr>
          <p:cNvSpPr/>
          <p:nvPr userDrawn="1"/>
        </p:nvSpPr>
        <p:spPr>
          <a:xfrm flipH="1">
            <a:off x="2873258" y="1143000"/>
            <a:ext cx="9318741" cy="5715000"/>
          </a:xfrm>
          <a:prstGeom prst="round1Rect">
            <a:avLst>
              <a:gd name="adj" fmla="val 2709"/>
            </a:avLst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457200" rIns="457200" bIns="457200" numCol="2" rtlCol="0" anchor="t"/>
          <a:lstStyle/>
          <a:p>
            <a:endParaRPr lang="en-US" sz="1400" dirty="0">
              <a:solidFill>
                <a:schemeClr val="bg1"/>
              </a:solidFill>
              <a:latin typeface="Libre Franklin" pitchFamily="2" charset="77"/>
            </a:endParaRPr>
          </a:p>
        </p:txBody>
      </p:sp>
      <p:sp>
        <p:nvSpPr>
          <p:cNvPr id="19" name="Round Single Corner Rectangle 18">
            <a:extLst>
              <a:ext uri="{FF2B5EF4-FFF2-40B4-BE49-F238E27FC236}">
                <a16:creationId xmlns:a16="http://schemas.microsoft.com/office/drawing/2014/main" id="{1C00B285-AE87-4E35-7D5C-9972B1CC76B4}"/>
              </a:ext>
            </a:extLst>
          </p:cNvPr>
          <p:cNvSpPr/>
          <p:nvPr userDrawn="1"/>
        </p:nvSpPr>
        <p:spPr>
          <a:xfrm flipH="1">
            <a:off x="2992019" y="1143000"/>
            <a:ext cx="9199981" cy="5715000"/>
          </a:xfrm>
          <a:prstGeom prst="round1Rect">
            <a:avLst>
              <a:gd name="adj" fmla="val 2709"/>
            </a:avLst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457200" rIns="457200" bIns="457200" numCol="2" rtlCol="0" anchor="t"/>
          <a:lstStyle/>
          <a:p>
            <a:endParaRPr lang="en-US" sz="1400" dirty="0">
              <a:solidFill>
                <a:schemeClr val="bg1"/>
              </a:solidFill>
              <a:latin typeface="Libre Franklin" pitchFamily="2" charset="77"/>
            </a:endParaRPr>
          </a:p>
        </p:txBody>
      </p:sp>
      <p:sp>
        <p:nvSpPr>
          <p:cNvPr id="25" name="Round Single Corner Rectangle 24">
            <a:extLst>
              <a:ext uri="{FF2B5EF4-FFF2-40B4-BE49-F238E27FC236}">
                <a16:creationId xmlns:a16="http://schemas.microsoft.com/office/drawing/2014/main" id="{321981BD-AADA-533D-D481-53B5FF9ED8CC}"/>
              </a:ext>
            </a:extLst>
          </p:cNvPr>
          <p:cNvSpPr/>
          <p:nvPr userDrawn="1"/>
        </p:nvSpPr>
        <p:spPr>
          <a:xfrm flipH="1">
            <a:off x="3110777" y="1143000"/>
            <a:ext cx="9081221" cy="5715000"/>
          </a:xfrm>
          <a:prstGeom prst="round1Rect">
            <a:avLst>
              <a:gd name="adj" fmla="val 2709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457200" rIns="914400" bIns="457200" numCol="2" spcCol="457200" rtlCol="0" anchor="t"/>
          <a:lstStyle/>
          <a:p>
            <a:pPr>
              <a:lnSpc>
                <a:spcPct val="75000"/>
              </a:lnSpc>
              <a:spcBef>
                <a:spcPts val="2400"/>
              </a:spcBef>
              <a:spcAft>
                <a:spcPts val="800"/>
              </a:spcAft>
            </a:pPr>
            <a:endParaRPr lang="en-US" sz="1400" dirty="0">
              <a:solidFill>
                <a:schemeClr val="tx1"/>
              </a:solidFill>
              <a:latin typeface="Libre Franklin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E4546C-7CA9-473B-14EB-858C22B4586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5D000E5A-1846-E692-0A87-91AE86C7E0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3DC109-A7BC-2686-C1C3-DC8DDD5F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36875E6-BA57-13E0-3835-8FF7C467B21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110776" y="1143000"/>
            <a:ext cx="8624024" cy="5029200"/>
          </a:xfrm>
        </p:spPr>
        <p:txBody>
          <a:bodyPr lIns="0" tIns="484632" rIns="914400" bIns="457200" numCol="2" spcCol="457200"/>
          <a:lstStyle>
            <a:lvl1pPr marL="457200" indent="-457200">
              <a:lnSpc>
                <a:spcPct val="75000"/>
              </a:lnSpc>
              <a:spcBef>
                <a:spcPts val="2400"/>
              </a:spcBef>
              <a:spcAft>
                <a:spcPts val="30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3200">
                <a:solidFill>
                  <a:schemeClr val="tx2"/>
                </a:solidFill>
                <a:latin typeface="Bebas Neue" panose="020B0606020202050201" pitchFamily="34" charset="77"/>
              </a:defRPr>
            </a:lvl1pPr>
            <a:lvl2pPr marL="740664">
              <a:defRPr/>
            </a:lvl2pPr>
            <a:lvl3pPr marL="1024128">
              <a:defRPr/>
            </a:lvl3pPr>
            <a:lvl4pPr marL="1307592">
              <a:defRPr/>
            </a:lvl4pPr>
            <a:lvl5pPr marL="1591056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435C8AB-9BB6-A075-C9BB-02A15C4298B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57200" y="1143001"/>
            <a:ext cx="1958853" cy="5029200"/>
          </a:xfrm>
        </p:spPr>
        <p:txBody>
          <a:bodyPr/>
          <a:lstStyle>
            <a:lvl1pPr marL="285750" indent="-285750">
              <a:spcBef>
                <a:spcPts val="900"/>
              </a:spcBef>
              <a:spcAft>
                <a:spcPts val="60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b="1">
                <a:solidFill>
                  <a:schemeClr val="accent1"/>
                </a:solidFill>
              </a:defRPr>
            </a:lvl1pPr>
            <a:lvl2pPr marL="283464" indent="-285750">
              <a:spcBef>
                <a:spcPts val="900"/>
              </a:spcBef>
              <a:spcAft>
                <a:spcPts val="600"/>
              </a:spcAft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b="1"/>
            </a:lvl2pPr>
            <a:lvl3pPr marL="566928" indent="-285750">
              <a:spcBef>
                <a:spcPts val="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/>
            </a:lvl3pPr>
            <a:lvl4pPr marL="850392">
              <a:defRPr/>
            </a:lvl4pPr>
            <a:lvl5pPr marL="1133856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584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50000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accel="50000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accel="50000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accel="50000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accel="50000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accel="50000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5" grpId="0" animBg="1"/>
      <p:bldP spid="23" grpId="0" uiExpand="1" build="p">
        <p:tmplLst>
          <p:tmpl lvl="1">
            <p:tnLst>
              <p:par>
                <p:cTn presetID="2" presetClass="entr" presetSubtype="2" accel="50000" decel="5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accel="50000" decel="5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accel="50000" decel="5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2" accel="50000" decel="5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2" accel="50000" decel="5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of Scope - STA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 Single Corner Rectangle 17">
            <a:extLst>
              <a:ext uri="{FF2B5EF4-FFF2-40B4-BE49-F238E27FC236}">
                <a16:creationId xmlns:a16="http://schemas.microsoft.com/office/drawing/2014/main" id="{8F2A04B8-76E5-91D8-3452-5A5DA8AAB526}"/>
              </a:ext>
            </a:extLst>
          </p:cNvPr>
          <p:cNvSpPr/>
          <p:nvPr userDrawn="1"/>
        </p:nvSpPr>
        <p:spPr>
          <a:xfrm flipH="1">
            <a:off x="2873258" y="1143000"/>
            <a:ext cx="9318741" cy="5715000"/>
          </a:xfrm>
          <a:prstGeom prst="round1Rect">
            <a:avLst>
              <a:gd name="adj" fmla="val 2709"/>
            </a:avLst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457200" rIns="457200" bIns="457200" numCol="2" rtlCol="0" anchor="t"/>
          <a:lstStyle/>
          <a:p>
            <a:endParaRPr lang="en-US" sz="1400" dirty="0">
              <a:solidFill>
                <a:schemeClr val="bg1"/>
              </a:solidFill>
              <a:latin typeface="Libre Franklin" pitchFamily="2" charset="77"/>
            </a:endParaRPr>
          </a:p>
        </p:txBody>
      </p:sp>
      <p:sp>
        <p:nvSpPr>
          <p:cNvPr id="19" name="Round Single Corner Rectangle 18">
            <a:extLst>
              <a:ext uri="{FF2B5EF4-FFF2-40B4-BE49-F238E27FC236}">
                <a16:creationId xmlns:a16="http://schemas.microsoft.com/office/drawing/2014/main" id="{1C00B285-AE87-4E35-7D5C-9972B1CC76B4}"/>
              </a:ext>
            </a:extLst>
          </p:cNvPr>
          <p:cNvSpPr/>
          <p:nvPr userDrawn="1"/>
        </p:nvSpPr>
        <p:spPr>
          <a:xfrm flipH="1">
            <a:off x="2992019" y="1143000"/>
            <a:ext cx="9199981" cy="5715000"/>
          </a:xfrm>
          <a:prstGeom prst="round1Rect">
            <a:avLst>
              <a:gd name="adj" fmla="val 2709"/>
            </a:avLst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457200" rIns="457200" bIns="457200" numCol="2" rtlCol="0" anchor="t"/>
          <a:lstStyle/>
          <a:p>
            <a:endParaRPr lang="en-US" sz="1400" dirty="0">
              <a:solidFill>
                <a:schemeClr val="bg1"/>
              </a:solidFill>
              <a:latin typeface="Libre Franklin" pitchFamily="2" charset="77"/>
            </a:endParaRPr>
          </a:p>
        </p:txBody>
      </p:sp>
      <p:sp>
        <p:nvSpPr>
          <p:cNvPr id="25" name="Round Single Corner Rectangle 24">
            <a:extLst>
              <a:ext uri="{FF2B5EF4-FFF2-40B4-BE49-F238E27FC236}">
                <a16:creationId xmlns:a16="http://schemas.microsoft.com/office/drawing/2014/main" id="{321981BD-AADA-533D-D481-53B5FF9ED8CC}"/>
              </a:ext>
            </a:extLst>
          </p:cNvPr>
          <p:cNvSpPr/>
          <p:nvPr userDrawn="1"/>
        </p:nvSpPr>
        <p:spPr>
          <a:xfrm flipH="1">
            <a:off x="3110777" y="1143000"/>
            <a:ext cx="9081221" cy="5715000"/>
          </a:xfrm>
          <a:prstGeom prst="round1Rect">
            <a:avLst>
              <a:gd name="adj" fmla="val 2709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457200" rIns="914400" bIns="457200" numCol="2" spcCol="457200" rtlCol="0" anchor="t"/>
          <a:lstStyle/>
          <a:p>
            <a:pPr>
              <a:lnSpc>
                <a:spcPct val="75000"/>
              </a:lnSpc>
              <a:spcBef>
                <a:spcPts val="2400"/>
              </a:spcBef>
              <a:spcAft>
                <a:spcPts val="800"/>
              </a:spcAft>
            </a:pPr>
            <a:endParaRPr lang="en-US" sz="1400" dirty="0">
              <a:solidFill>
                <a:schemeClr val="tx1"/>
              </a:solidFill>
              <a:latin typeface="Libre Franklin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E4546C-7CA9-473B-14EB-858C22B4586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5D000E5A-1846-E692-0A87-91AE86C7E0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3DC109-A7BC-2686-C1C3-DC8DDD5F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36875E6-BA57-13E0-3835-8FF7C467B21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110776" y="1143000"/>
            <a:ext cx="8624024" cy="5029200"/>
          </a:xfrm>
        </p:spPr>
        <p:txBody>
          <a:bodyPr lIns="0" tIns="484632" rIns="914400" bIns="457200" numCol="2" spcCol="457200"/>
          <a:lstStyle>
            <a:lvl1pPr marL="457200" indent="-457200">
              <a:lnSpc>
                <a:spcPct val="75000"/>
              </a:lnSpc>
              <a:spcBef>
                <a:spcPts val="2400"/>
              </a:spcBef>
              <a:spcAft>
                <a:spcPts val="30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3200">
                <a:solidFill>
                  <a:schemeClr val="tx2"/>
                </a:solidFill>
                <a:latin typeface="Bebas Neue" panose="020B0606020202050201" pitchFamily="34" charset="77"/>
              </a:defRPr>
            </a:lvl1pPr>
            <a:lvl2pPr marL="740664">
              <a:defRPr/>
            </a:lvl2pPr>
            <a:lvl3pPr marL="1024128">
              <a:defRPr/>
            </a:lvl3pPr>
            <a:lvl4pPr marL="1307592">
              <a:defRPr/>
            </a:lvl4pPr>
            <a:lvl5pPr marL="1591056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435C8AB-9BB6-A075-C9BB-02A15C4298B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57200" y="1143001"/>
            <a:ext cx="1958853" cy="5029200"/>
          </a:xfrm>
        </p:spPr>
        <p:txBody>
          <a:bodyPr/>
          <a:lstStyle>
            <a:lvl1pPr marL="285750" indent="-285750">
              <a:spcBef>
                <a:spcPts val="900"/>
              </a:spcBef>
              <a:spcAft>
                <a:spcPts val="60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b="1">
                <a:solidFill>
                  <a:schemeClr val="accent1"/>
                </a:solidFill>
              </a:defRPr>
            </a:lvl1pPr>
            <a:lvl2pPr marL="283464" indent="-285750">
              <a:spcBef>
                <a:spcPts val="900"/>
              </a:spcBef>
              <a:spcAft>
                <a:spcPts val="600"/>
              </a:spcAft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b="1"/>
            </a:lvl2pPr>
            <a:lvl3pPr marL="566928" indent="-285750">
              <a:spcBef>
                <a:spcPts val="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/>
            </a:lvl3pPr>
            <a:lvl4pPr marL="850392">
              <a:defRPr/>
            </a:lvl4pPr>
            <a:lvl5pPr marL="1133856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1002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C2279714-2957-B830-3927-F093AF2083B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896984" y="0"/>
            <a:ext cx="5295015" cy="5295013"/>
          </a:xfrm>
          <a:custGeom>
            <a:avLst/>
            <a:gdLst>
              <a:gd name="connsiteX0" fmla="*/ 0 w 5300726"/>
              <a:gd name="connsiteY0" fmla="*/ 0 h 5300724"/>
              <a:gd name="connsiteX1" fmla="*/ 5300726 w 5300726"/>
              <a:gd name="connsiteY1" fmla="*/ 0 h 5300724"/>
              <a:gd name="connsiteX2" fmla="*/ 5300726 w 5300726"/>
              <a:gd name="connsiteY2" fmla="*/ 5300724 h 5300724"/>
              <a:gd name="connsiteX3" fmla="*/ 5300725 w 5300726"/>
              <a:gd name="connsiteY3" fmla="*/ 5300724 h 5300724"/>
              <a:gd name="connsiteX4" fmla="*/ 6898 w 5300726"/>
              <a:gd name="connsiteY4" fmla="*/ 272774 h 5300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0726" h="5300724">
                <a:moveTo>
                  <a:pt x="0" y="0"/>
                </a:moveTo>
                <a:lnTo>
                  <a:pt x="5300726" y="0"/>
                </a:lnTo>
                <a:lnTo>
                  <a:pt x="5300726" y="5300724"/>
                </a:lnTo>
                <a:lnTo>
                  <a:pt x="5300725" y="5300724"/>
                </a:lnTo>
                <a:cubicBezTo>
                  <a:pt x="2464700" y="5300724"/>
                  <a:pt x="148868" y="3073518"/>
                  <a:pt x="6898" y="272774"/>
                </a:cubicBezTo>
                <a:close/>
              </a:path>
            </a:pathLst>
          </a:custGeom>
          <a:noFill/>
        </p:spPr>
        <p:txBody>
          <a:bodyPr wrap="square" lIns="228600" tIns="137160" rIns="137160" bIns="137160">
            <a:noAutofit/>
          </a:bodyPr>
          <a:lstStyle>
            <a:lvl1pPr marL="0" indent="0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*Add Picture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FA8E345-A463-BF83-6ECE-D7A3E2EA29F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0" y="0"/>
            <a:ext cx="12192000" cy="685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C5AF3E0E-40D4-B808-B466-116A161CE8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200" y="1150283"/>
            <a:ext cx="3059822" cy="822896"/>
          </a:xfrm>
          <a:prstGeom prst="roundRect">
            <a:avLst>
              <a:gd name="adj" fmla="val 4320"/>
            </a:avLst>
          </a:prstGeom>
          <a:noFill/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61076022-DF00-62E2-E66F-1195C610189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52956" y="2377376"/>
            <a:ext cx="2919308" cy="3566223"/>
          </a:xfrm>
          <a:prstGeom prst="roundRect">
            <a:avLst>
              <a:gd name="adj" fmla="val 2840"/>
            </a:avLst>
          </a:prstGeom>
          <a:solidFill>
            <a:schemeClr val="accent1"/>
          </a:solidFill>
        </p:spPr>
        <p:txBody>
          <a:bodyPr/>
          <a:lstStyle>
            <a:lvl1pPr>
              <a:defRPr sz="8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E4546C-7CA9-473B-14EB-858C22B4586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B9412-57F8-618B-9DA6-47C6F709793B}"/>
              </a:ext>
            </a:extLst>
          </p:cNvPr>
          <p:cNvSpPr txBox="1"/>
          <p:nvPr userDrawn="1"/>
        </p:nvSpPr>
        <p:spPr>
          <a:xfrm>
            <a:off x="457200" y="445631"/>
            <a:ext cx="1122417" cy="27698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37160" tIns="36576" rIns="137160" bIns="36576" rtlCol="0" anchor="ctr">
            <a:spAutoFit/>
          </a:bodyPr>
          <a:lstStyle/>
          <a:p>
            <a:pPr algn="ctr"/>
            <a:r>
              <a:rPr lang="en-US" sz="800" spc="100" dirty="0">
                <a:solidFill>
                  <a:schemeClr val="bg1"/>
                </a:solidFill>
                <a:latin typeface="Libre Franklin" pitchFamily="2" charset="77"/>
              </a:rPr>
              <a:t>CASE STUDY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AD0D326-270B-BEB5-E855-EC5701ED2FF6}"/>
              </a:ext>
            </a:extLst>
          </p:cNvPr>
          <p:cNvCxnSpPr>
            <a:cxnSpLocks/>
          </p:cNvCxnSpPr>
          <p:nvPr userDrawn="1"/>
        </p:nvCxnSpPr>
        <p:spPr>
          <a:xfrm>
            <a:off x="1808217" y="446271"/>
            <a:ext cx="0" cy="27432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34671B3E-B4BD-1506-C698-3EE44A8467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18196" y="498793"/>
            <a:ext cx="1056379" cy="169277"/>
          </a:xfrm>
        </p:spPr>
        <p:txBody>
          <a:bodyPr wrap="none" anchor="ctr">
            <a:spAutoFit/>
          </a:bodyPr>
          <a:lstStyle>
            <a:lvl1pPr marL="0" indent="0">
              <a:buNone/>
              <a:defRPr sz="1100"/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9F131428-D69C-3C37-2E24-D18FABFBD7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30252" y="2765787"/>
            <a:ext cx="1666922" cy="681592"/>
          </a:xfrm>
        </p:spPr>
        <p:txBody>
          <a:bodyPr wrap="none">
            <a:noAutofit/>
          </a:bodyPr>
          <a:lstStyle>
            <a:lvl1pPr marL="0" indent="0">
              <a:lnSpc>
                <a:spcPct val="80000"/>
              </a:lnSpc>
              <a:buNone/>
              <a:defRPr sz="6000">
                <a:solidFill>
                  <a:schemeClr val="bg1"/>
                </a:solidFill>
                <a:latin typeface="Bebas Neue Regular" panose="020B0606020202050201" pitchFamily="34" charset="77"/>
              </a:defRPr>
            </a:lvl1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D6E11C94-137E-856E-44BC-87E4E944A1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25825" y="3447379"/>
            <a:ext cx="1671349" cy="629739"/>
          </a:xfrm>
        </p:spPr>
        <p:txBody>
          <a:bodyPr wrap="square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Increase in</a:t>
            </a:r>
            <a:br>
              <a:rPr lang="en-US" dirty="0"/>
            </a:b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BCCEBBDA-539C-A189-F1FE-4B886C37FC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30252" y="4273311"/>
            <a:ext cx="1666922" cy="681592"/>
          </a:xfrm>
        </p:spPr>
        <p:txBody>
          <a:bodyPr wrap="none">
            <a:noAutofit/>
          </a:bodyPr>
          <a:lstStyle>
            <a:lvl1pPr marL="0" indent="0">
              <a:lnSpc>
                <a:spcPct val="80000"/>
              </a:lnSpc>
              <a:buNone/>
              <a:defRPr sz="6000">
                <a:solidFill>
                  <a:schemeClr val="bg1"/>
                </a:solidFill>
                <a:latin typeface="Bebas Neue Regular" panose="020B0606020202050201" pitchFamily="34" charset="77"/>
              </a:defRPr>
            </a:lvl1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41" name="Text Placeholder 34">
            <a:extLst>
              <a:ext uri="{FF2B5EF4-FFF2-40B4-BE49-F238E27FC236}">
                <a16:creationId xmlns:a16="http://schemas.microsoft.com/office/drawing/2014/main" id="{66336DFC-72B8-1E43-77CB-A921F101DA9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5825" y="4954903"/>
            <a:ext cx="1671349" cy="629739"/>
          </a:xfrm>
        </p:spPr>
        <p:txBody>
          <a:bodyPr wrap="square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Increase in</a:t>
            </a:r>
            <a:br>
              <a:rPr lang="en-US" dirty="0"/>
            </a:b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2E4FFD4B-BC11-EE6A-E51A-A2A95AF894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21283" y="2759647"/>
            <a:ext cx="320040" cy="320040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1D5C10F-A2CD-7C1F-B7FF-1F11AC86781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21283" y="4273311"/>
            <a:ext cx="320040" cy="320040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47ABD30-117F-2760-EFAB-1D4F492987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2377376"/>
            <a:ext cx="6976021" cy="3794824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61D89BB-DD88-CBE1-8BA0-48314E5627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6816" y="537711"/>
            <a:ext cx="91440" cy="9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566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500" fill="hold"/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" presetClass="emph" presetSubtype="0" accel="50000" decel="50000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6" dur="500" fill="hold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accel="50000" decel="50000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nimBg="1">
        <p:tmplLst>
          <p:tmpl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21" presetClass="entr" presetSubtype="1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 animBg="1">
        <p:tmplLst>
          <p:tmpl>
            <p:tnLst>
              <p:par>
                <p:cTn presetID="6" presetClass="emph" presetSubtype="0" accel="50000" decel="50000" autoRev="1" fill="hold" nodeType="withEffect">
                  <p:stCondLst>
                    <p:cond delay="0"/>
                  </p:stCondLst>
                  <p:childTnLst>
                    <p:animScale>
                      <p:cBhvr>
                        <p:cTn dur="500" fill="hold"/>
                        <p:tgtEl>
                          <p:spTgt spid="48"/>
                        </p:tgtEl>
                      </p:cBhvr>
                      <p:by x="115000" y="115000"/>
                    </p:animScale>
                  </p:childTnLst>
                </p:cTn>
              </p:par>
            </p:tnLst>
          </p:tmpl>
          <p:tmpl lvl="1">
            <p:tnLst>
              <p:par>
                <p:cTn presetID="6" presetClass="emph" presetSubtype="0" accel="50000" decel="50000" autoRev="1" fill="hold" nodeType="withEffect">
                  <p:stCondLst>
                    <p:cond delay="0"/>
                  </p:stCondLst>
                  <p:childTnLst>
                    <p:animScale>
                      <p:cBhvr>
                        <p:cTn dur="500" fill="hold"/>
                        <p:tgtEl>
                          <p:spTgt spid="48"/>
                        </p:tgtEl>
                      </p:cBhvr>
                      <p:by x="115000" y="115000"/>
                    </p:animScale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6" presetClass="emph" presetSubtype="0" accel="50000" decel="50000" autoRev="1" fill="hold" nodeType="withEffect">
                  <p:stCondLst>
                    <p:cond delay="200"/>
                  </p:stCondLst>
                  <p:childTnLst>
                    <p:animScale>
                      <p:cBhvr>
                        <p:cTn dur="500" fill="hold"/>
                        <p:tgtEl>
                          <p:spTgt spid="49"/>
                        </p:tgtEl>
                      </p:cBhvr>
                      <p:by x="115000" y="115000"/>
                    </p:animScale>
                  </p:childTnLst>
                </p:cTn>
              </p:par>
            </p:tnLst>
          </p:tmpl>
          <p:tmpl lvl="1">
            <p:tnLst>
              <p:par>
                <p:cTn presetID="6" presetClass="emph" presetSubtype="0" accel="50000" decel="50000" autoRev="1" fill="hold" nodeType="withEffect">
                  <p:stCondLst>
                    <p:cond delay="200"/>
                  </p:stCondLst>
                  <p:childTnLst>
                    <p:animScale>
                      <p:cBhvr>
                        <p:cTn dur="500" fill="hold"/>
                        <p:tgtEl>
                          <p:spTgt spid="49"/>
                        </p:tgtEl>
                      </p:cBhvr>
                      <p:by x="115000" y="115000"/>
                    </p:animScale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stimon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0784922-0602-B3DB-0AE6-B6FCA8B0862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 rot="10800000" flipH="1" flipV="1">
            <a:off x="5867400" y="0"/>
            <a:ext cx="6324600" cy="6858000"/>
          </a:xfrm>
          <a:custGeom>
            <a:avLst/>
            <a:gdLst>
              <a:gd name="connsiteX0" fmla="*/ 0 w 6324600"/>
              <a:gd name="connsiteY0" fmla="*/ 0 h 6858000"/>
              <a:gd name="connsiteX1" fmla="*/ 6324600 w 6324600"/>
              <a:gd name="connsiteY1" fmla="*/ 0 h 6858000"/>
              <a:gd name="connsiteX2" fmla="*/ 6324600 w 6324600"/>
              <a:gd name="connsiteY2" fmla="*/ 6858000 h 6858000"/>
              <a:gd name="connsiteX3" fmla="*/ 4267193 w 6324600"/>
              <a:gd name="connsiteY3" fmla="*/ 6858000 h 6858000"/>
              <a:gd name="connsiteX4" fmla="*/ 4267193 w 6324600"/>
              <a:gd name="connsiteY4" fmla="*/ 801974 h 6858000"/>
              <a:gd name="connsiteX5" fmla="*/ 0 w 6324600"/>
              <a:gd name="connsiteY5" fmla="*/ 8019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24600" h="6858000">
                <a:moveTo>
                  <a:pt x="0" y="0"/>
                </a:moveTo>
                <a:lnTo>
                  <a:pt x="6324600" y="0"/>
                </a:lnTo>
                <a:lnTo>
                  <a:pt x="6324600" y="6858000"/>
                </a:lnTo>
                <a:lnTo>
                  <a:pt x="4267193" y="6858000"/>
                </a:lnTo>
                <a:lnTo>
                  <a:pt x="4267193" y="801974"/>
                </a:lnTo>
                <a:lnTo>
                  <a:pt x="0" y="80197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91440" tIns="91440" rIns="91440" bIns="91440" anchor="b">
            <a:noAutofit/>
          </a:bodyPr>
          <a:lstStyle>
            <a:lvl1pPr marL="0" indent="0" algn="r">
              <a:buNone/>
              <a:defRPr sz="800">
                <a:solidFill>
                  <a:schemeClr val="tx1">
                    <a:alpha val="25000"/>
                  </a:schemeClr>
                </a:solidFill>
              </a:defRPr>
            </a:lvl1pPr>
          </a:lstStyle>
          <a:p>
            <a:r>
              <a:rPr lang="en-US" dirty="0"/>
              <a:t>*Add Picture</a:t>
            </a:r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3D779A7F-34B4-5A18-F16C-CBA58AF8574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867397" y="0"/>
            <a:ext cx="2286000" cy="1033272"/>
          </a:xfrm>
          <a:blipFill dpi="0" rotWithShape="1"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b="1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44">
            <a:extLst>
              <a:ext uri="{FF2B5EF4-FFF2-40B4-BE49-F238E27FC236}">
                <a16:creationId xmlns:a16="http://schemas.microsoft.com/office/drawing/2014/main" id="{2FC44AA9-9D38-6C62-13FF-248A4FAC3F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1600" y="1028700"/>
            <a:ext cx="2514600" cy="685800"/>
          </a:xfrm>
          <a:prstGeom prst="roundRect">
            <a:avLst>
              <a:gd name="adj" fmla="val 4320"/>
            </a:avLst>
          </a:prstGeom>
          <a:noFill/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Logo Placeholder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57DE01-3760-3CCC-6D78-85311481D2C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371601" y="2171700"/>
            <a:ext cx="7377682" cy="3314700"/>
          </a:xfrm>
        </p:spPr>
        <p:txBody>
          <a:bodyPr/>
          <a:lstStyle>
            <a:lvl1pPr marL="0" indent="0">
              <a:buNone/>
              <a:defRPr sz="2400" b="0" i="0">
                <a:latin typeface="Libre Franklin Light" pitchFamily="2" charset="77"/>
              </a:defRPr>
            </a:lvl1pPr>
            <a:lvl2pPr marL="0" indent="0">
              <a:spcBef>
                <a:spcPts val="1500"/>
              </a:spcBef>
              <a:buNone/>
              <a:defRPr sz="1000" b="0" i="0">
                <a:latin typeface="Libre Franklin" pitchFamily="2" charset="77"/>
              </a:defRPr>
            </a:lvl2pPr>
            <a:lvl3pPr marL="0" indent="0">
              <a:buNone/>
              <a:defRPr sz="1000" b="1" i="0">
                <a:latin typeface="Libre Franklin" pitchFamily="2" charset="77"/>
              </a:defRPr>
            </a:lvl3pPr>
            <a:lvl4pPr marL="848106" indent="0">
              <a:buNone/>
              <a:defRPr sz="2200" b="0" i="0">
                <a:latin typeface="Libre Franklin Light" pitchFamily="2" charset="77"/>
              </a:defRPr>
            </a:lvl4pPr>
            <a:lvl5pPr marL="1131570" indent="0">
              <a:buNone/>
              <a:defRPr sz="2200" b="0" i="0">
                <a:latin typeface="Libre Franklin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Company Name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F2E23A1D-C8DA-3939-167A-7012085C26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 rot="5400000">
            <a:off x="5867399" y="565150"/>
            <a:ext cx="463551" cy="4635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  <a:lvl2pPr marL="283464" indent="0">
              <a:buNone/>
              <a:defRPr sz="800"/>
            </a:lvl2pPr>
            <a:lvl3pPr marL="564642" indent="0">
              <a:buNone/>
              <a:defRPr sz="800"/>
            </a:lvl3pPr>
            <a:lvl4pPr marL="848106" indent="0">
              <a:buNone/>
              <a:defRPr sz="800"/>
            </a:lvl4pPr>
            <a:lvl5pPr marL="1131570" indent="0">
              <a:buNone/>
              <a:defRPr sz="800"/>
            </a:lvl5pPr>
          </a:lstStyle>
          <a:p>
            <a:pPr lvl="0"/>
            <a:endParaRPr lang="en-US" dirty="0"/>
          </a:p>
        </p:txBody>
      </p:sp>
      <p:sp>
        <p:nvSpPr>
          <p:cNvPr id="12" name="Text Placeholder 36">
            <a:extLst>
              <a:ext uri="{FF2B5EF4-FFF2-40B4-BE49-F238E27FC236}">
                <a16:creationId xmlns:a16="http://schemas.microsoft.com/office/drawing/2014/main" id="{4A60127B-250B-B7FD-5184-413E2A85DB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81700" y="685801"/>
            <a:ext cx="228600" cy="228600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3657" t="21353" r="13657" b="24133"/>
            </a:stretch>
          </a:blipFill>
        </p:spPr>
        <p:txBody>
          <a:bodyPr anchor="ctr"/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  <a:lvl2pPr marL="283464" indent="0">
              <a:buNone/>
              <a:defRPr sz="800"/>
            </a:lvl2pPr>
            <a:lvl3pPr marL="564642" indent="0">
              <a:buNone/>
              <a:defRPr sz="800"/>
            </a:lvl3pPr>
            <a:lvl4pPr marL="848106" indent="0">
              <a:buNone/>
              <a:defRPr sz="800"/>
            </a:lvl4pPr>
            <a:lvl5pPr marL="1131570" indent="0">
              <a:buNone/>
              <a:defRPr sz="8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8039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 Column Boxes Colo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947ACFC-90D0-16A9-4D9C-FE9A33F4BF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091261" y="1143000"/>
            <a:ext cx="2644560" cy="5029200"/>
          </a:xfrm>
          <a:prstGeom prst="roundRect">
            <a:avLst>
              <a:gd name="adj" fmla="val 2212"/>
            </a:avLst>
          </a:prstGeom>
          <a:solidFill>
            <a:schemeClr val="accent3"/>
          </a:solidFill>
        </p:spPr>
        <p:txBody>
          <a:bodyPr lIns="228600" tIns="228600" rIns="228600" bIns="2286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83464" indent="0">
              <a:buNone/>
              <a:defRPr>
                <a:solidFill>
                  <a:schemeClr val="tx1"/>
                </a:solidFill>
              </a:defRPr>
            </a:lvl2pPr>
            <a:lvl3pPr marL="564642" indent="0">
              <a:buNone/>
              <a:defRPr>
                <a:solidFill>
                  <a:schemeClr val="tx1"/>
                </a:solidFill>
              </a:defRPr>
            </a:lvl3pPr>
            <a:lvl4pPr marL="848106" indent="0">
              <a:buNone/>
              <a:defRPr>
                <a:solidFill>
                  <a:schemeClr val="tx1"/>
                </a:solidFill>
              </a:defRPr>
            </a:lvl4pPr>
            <a:lvl5pPr marL="113157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05A75C4C-D4BC-1FD6-4354-86E5493A277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7200" y="1143000"/>
            <a:ext cx="2644560" cy="5029200"/>
          </a:xfrm>
          <a:prstGeom prst="roundRect">
            <a:avLst>
              <a:gd name="adj" fmla="val 2212"/>
            </a:avLst>
          </a:prstGeom>
          <a:solidFill>
            <a:schemeClr val="tx2"/>
          </a:solidFill>
        </p:spPr>
        <p:txBody>
          <a:bodyPr lIns="228600" tIns="228600" rIns="228600" bIns="2286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0" name="Title 59">
            <a:extLst>
              <a:ext uri="{FF2B5EF4-FFF2-40B4-BE49-F238E27FC236}">
                <a16:creationId xmlns:a16="http://schemas.microsoft.com/office/drawing/2014/main" id="{16FA3D07-147A-44C0-06F2-105C26B91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8982A4D7-046F-B348-475D-5B6D14E13AB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5C822E6-BD14-B583-66BA-4DFD13B7FC4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35220" y="1143000"/>
            <a:ext cx="2644560" cy="5029200"/>
          </a:xfrm>
          <a:prstGeom prst="roundRect">
            <a:avLst>
              <a:gd name="adj" fmla="val 2212"/>
            </a:avLst>
          </a:prstGeom>
          <a:solidFill>
            <a:schemeClr val="accent5"/>
          </a:solidFill>
        </p:spPr>
        <p:txBody>
          <a:bodyPr lIns="228600" tIns="228600" rIns="228600" bIns="2286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04836175-D8B3-AD01-3647-DBBFD7962D3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13240" y="1143000"/>
            <a:ext cx="2644560" cy="5029200"/>
          </a:xfrm>
          <a:prstGeom prst="roundRect">
            <a:avLst>
              <a:gd name="adj" fmla="val 2212"/>
            </a:avLst>
          </a:prstGeom>
          <a:solidFill>
            <a:schemeClr val="accent2"/>
          </a:solidFill>
        </p:spPr>
        <p:txBody>
          <a:bodyPr lIns="228600" tIns="228600" rIns="228600" bIns="2286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3376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 Column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5F74D24-2764-2117-DF5A-041F9E34BC6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36170" y="0"/>
            <a:ext cx="3055830" cy="6858000"/>
          </a:xfrm>
          <a:solidFill>
            <a:schemeClr val="accent3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2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6882577-4ED5-9EC9-054E-0BDD8928CD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89764" y="0"/>
            <a:ext cx="3046406" cy="6858000"/>
          </a:xfrm>
          <a:solidFill>
            <a:schemeClr val="accent2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0053750-0EFC-1D45-A0EF-089E303530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43358" y="0"/>
            <a:ext cx="3046406" cy="68580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38871DD4-8F36-425E-6317-2139F27EC4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3048" y="0"/>
            <a:ext cx="3046406" cy="6858000"/>
          </a:xfrm>
          <a:solidFill>
            <a:schemeClr val="tx2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60" name="Title 59">
            <a:extLst>
              <a:ext uri="{FF2B5EF4-FFF2-40B4-BE49-F238E27FC236}">
                <a16:creationId xmlns:a16="http://schemas.microsoft.com/office/drawing/2014/main" id="{16FA3D07-147A-44C0-06F2-105C26B91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1C97D4-9866-C248-78FB-85C4A975A46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5CB0D955-FD0A-A370-EDE3-5C82EEB16B7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05200" y="1143000"/>
            <a:ext cx="2133599" cy="5029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BF458F55-AF56-9014-8691-55B12318C23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53200" y="1143000"/>
            <a:ext cx="2133599" cy="5029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CCAE53A-C599-A2B3-545E-525EE4ECB0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601200" y="1143000"/>
            <a:ext cx="2133599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BDDFE15-3309-EE17-F5EF-61A22340603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200" y="1143000"/>
            <a:ext cx="2133599" cy="5029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0111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 Color Block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E4D7D57-1363-E2F1-81FB-7BEFCA3EE6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0"/>
            <a:ext cx="6096000" cy="6858000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67" name="Title 66">
            <a:extLst>
              <a:ext uri="{FF2B5EF4-FFF2-40B4-BE49-F238E27FC236}">
                <a16:creationId xmlns:a16="http://schemas.microsoft.com/office/drawing/2014/main" id="{3FBF6A8F-8EC7-54F6-856D-971D2FFF3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80071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4642668C-16A5-D6D2-FF91-6EDB1CADE50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25000"/>
                  </a:schemeClr>
                </a:solidFill>
              </a:defRPr>
            </a:lvl1pPr>
          </a:lstStyle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C056113-71D7-6EE4-CDF1-8BF9AE4129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143000"/>
            <a:ext cx="5180071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8E4B521-CCED-9B65-017D-B5B13FE3724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54730" y="457200"/>
            <a:ext cx="5180071" cy="57150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9293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 Color Block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52CA4-F3FC-C297-8DC0-68062367F2E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6096000" cy="68580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9" name="Title 66">
            <a:extLst>
              <a:ext uri="{FF2B5EF4-FFF2-40B4-BE49-F238E27FC236}">
                <a16:creationId xmlns:a16="http://schemas.microsoft.com/office/drawing/2014/main" id="{5B883AE5-6B75-F461-4BBE-ECBFDF064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8007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5851E50F-E8F2-E98E-BE86-2FEA52562ED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AEF2D45-97CD-F8A2-743E-25C466E5B2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143000"/>
            <a:ext cx="5180071" cy="5029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5F44214-67AD-8540-19AD-BF8BFFDD891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54730" y="457200"/>
            <a:ext cx="5180071" cy="57150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83464" indent="0">
              <a:buNone/>
              <a:defRPr>
                <a:solidFill>
                  <a:schemeClr val="tx1"/>
                </a:solidFill>
              </a:defRPr>
            </a:lvl2pPr>
            <a:lvl3pPr marL="564642" indent="0">
              <a:buNone/>
              <a:defRPr>
                <a:solidFill>
                  <a:schemeClr val="tx1"/>
                </a:solidFill>
              </a:defRPr>
            </a:lvl3pPr>
            <a:lvl4pPr marL="848106" indent="0">
              <a:buNone/>
              <a:defRPr>
                <a:solidFill>
                  <a:schemeClr val="tx1"/>
                </a:solidFill>
              </a:defRPr>
            </a:lvl4pPr>
            <a:lvl5pPr marL="113157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7154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olumn Color Block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F40C859-0135-BB14-A047-68C6F28BC4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677072" y="0"/>
            <a:ext cx="4514928" cy="6858000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104" name="Title 103">
            <a:extLst>
              <a:ext uri="{FF2B5EF4-FFF2-40B4-BE49-F238E27FC236}">
                <a16:creationId xmlns:a16="http://schemas.microsoft.com/office/drawing/2014/main" id="{7DAB55D2-24AB-1D6F-38B0-D9315E569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267036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AE33C5BF-4AA7-3EE4-27E3-D16EC9EB687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25000"/>
                  </a:schemeClr>
                </a:solidFill>
              </a:defRPr>
            </a:lvl1pPr>
          </a:lstStyle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B7E8DD-F311-FCA8-4D76-F826375574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143000"/>
            <a:ext cx="3267037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A3B5888C-8034-53FF-A734-5EC7BCFDA39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34273" y="457200"/>
            <a:ext cx="3600528" cy="57150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8B505EA-EAB2-53F8-A583-3CF146AC350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52835" y="457200"/>
            <a:ext cx="3267037" cy="57150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2262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olumn Color Block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3F5BDF6-9789-D8C5-8014-A379DC9EB7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514928" cy="68580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104" name="Title 103">
            <a:extLst>
              <a:ext uri="{FF2B5EF4-FFF2-40B4-BE49-F238E27FC236}">
                <a16:creationId xmlns:a16="http://schemas.microsoft.com/office/drawing/2014/main" id="{7DAB55D2-24AB-1D6F-38B0-D9315E569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609936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132161E8-0596-EB4A-2072-39B06E28C2D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9AC6188-3749-96D7-C8D4-2D4D980281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10" y="1143000"/>
            <a:ext cx="3600527" cy="5029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9E4DC0-F2D8-CF1B-99B6-6CD9764CE0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458353" y="457200"/>
            <a:ext cx="3276448" cy="57150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83464" indent="0">
              <a:buNone/>
              <a:defRPr>
                <a:solidFill>
                  <a:schemeClr val="tx1"/>
                </a:solidFill>
              </a:defRPr>
            </a:lvl2pPr>
            <a:lvl3pPr marL="564642" indent="0">
              <a:buNone/>
              <a:defRPr>
                <a:solidFill>
                  <a:schemeClr val="tx1"/>
                </a:solidFill>
              </a:defRPr>
            </a:lvl3pPr>
            <a:lvl4pPr marL="848106" indent="0">
              <a:buNone/>
              <a:defRPr>
                <a:solidFill>
                  <a:schemeClr val="tx1"/>
                </a:solidFill>
              </a:defRPr>
            </a:lvl4pPr>
            <a:lvl5pPr marL="113157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A24A0EC-2270-3A76-C669-3AAB563FC1F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962714" y="457200"/>
            <a:ext cx="3267037" cy="57150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6159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olumn Color Block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C6581511-8F31-B853-1A94-896D441999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26124" y="0"/>
            <a:ext cx="3565876" cy="6858000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60" name="Title 59">
            <a:extLst>
              <a:ext uri="{FF2B5EF4-FFF2-40B4-BE49-F238E27FC236}">
                <a16:creationId xmlns:a16="http://schemas.microsoft.com/office/drawing/2014/main" id="{16FA3D07-147A-44C0-06F2-105C26B91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734488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AC51CD24-B277-5924-8AF9-602466AEA58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25000"/>
                  </a:schemeClr>
                </a:solidFill>
              </a:defRPr>
            </a:lvl1pPr>
          </a:lstStyle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4D8358C-2024-AA6C-C999-5D523D31DD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10" y="1143000"/>
            <a:ext cx="3725083" cy="5029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83464" indent="0">
              <a:buNone/>
              <a:defRPr>
                <a:solidFill>
                  <a:schemeClr val="tx1"/>
                </a:solidFill>
              </a:defRPr>
            </a:lvl2pPr>
            <a:lvl3pPr marL="564642" indent="0">
              <a:buNone/>
              <a:defRPr>
                <a:solidFill>
                  <a:schemeClr val="tx1"/>
                </a:solidFill>
              </a:defRPr>
            </a:lvl3pPr>
            <a:lvl4pPr marL="848106" indent="0">
              <a:buNone/>
              <a:defRPr>
                <a:solidFill>
                  <a:schemeClr val="tx1"/>
                </a:solidFill>
              </a:defRPr>
            </a:lvl4pPr>
            <a:lvl5pPr marL="113157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4B5EC0-1F0F-80FE-B93E-4821E0169B8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92751" y="457199"/>
            <a:ext cx="2640490" cy="571500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53B560F4-D7EE-6FBC-6FE9-81735FCE65D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32066" y="457199"/>
            <a:ext cx="3725083" cy="571500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83464" indent="0">
              <a:buNone/>
              <a:defRPr>
                <a:solidFill>
                  <a:schemeClr val="tx1"/>
                </a:solidFill>
              </a:defRPr>
            </a:lvl2pPr>
            <a:lvl3pPr marL="564642" indent="0">
              <a:buNone/>
              <a:defRPr>
                <a:solidFill>
                  <a:schemeClr val="tx1"/>
                </a:solidFill>
              </a:defRPr>
            </a:lvl3pPr>
            <a:lvl4pPr marL="848106" indent="0">
              <a:buNone/>
              <a:defRPr>
                <a:solidFill>
                  <a:schemeClr val="tx1"/>
                </a:solidFill>
              </a:defRPr>
            </a:lvl4pPr>
            <a:lvl5pPr marL="113157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1224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olumn Color Block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59730CE-A7C8-AAED-5A50-60479842BA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3565876" cy="68580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60" name="Title 59">
            <a:extLst>
              <a:ext uri="{FF2B5EF4-FFF2-40B4-BE49-F238E27FC236}">
                <a16:creationId xmlns:a16="http://schemas.microsoft.com/office/drawing/2014/main" id="{16FA3D07-147A-44C0-06F2-105C26B91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2640489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D112338F-F92D-C8EF-1F3F-B0399A4A60B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DE2A1056-F9B3-DAB8-046E-96E815B70E7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200" y="1142999"/>
            <a:ext cx="2640490" cy="502920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41E5E77-FF7D-69C1-A60F-7C6243C7EE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32888" y="457199"/>
            <a:ext cx="3725083" cy="571500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83464" indent="0">
              <a:buNone/>
              <a:defRPr>
                <a:solidFill>
                  <a:schemeClr val="tx1"/>
                </a:solidFill>
              </a:defRPr>
            </a:lvl2pPr>
            <a:lvl3pPr marL="564642" indent="0">
              <a:buNone/>
              <a:defRPr>
                <a:solidFill>
                  <a:schemeClr val="tx1"/>
                </a:solidFill>
              </a:defRPr>
            </a:lvl3pPr>
            <a:lvl4pPr marL="848106" indent="0">
              <a:buNone/>
              <a:defRPr>
                <a:solidFill>
                  <a:schemeClr val="tx1"/>
                </a:solidFill>
              </a:defRPr>
            </a:lvl4pPr>
            <a:lvl5pPr marL="113157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4CE763F-028A-F846-8111-8EAC408BC60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998344" y="457199"/>
            <a:ext cx="3725083" cy="571500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83464" indent="0">
              <a:buNone/>
              <a:defRPr>
                <a:solidFill>
                  <a:schemeClr val="tx1"/>
                </a:solidFill>
              </a:defRPr>
            </a:lvl2pPr>
            <a:lvl3pPr marL="564642" indent="0">
              <a:buNone/>
              <a:defRPr>
                <a:solidFill>
                  <a:schemeClr val="tx1"/>
                </a:solidFill>
              </a:defRPr>
            </a:lvl3pPr>
            <a:lvl4pPr marL="848106" indent="0">
              <a:buNone/>
              <a:defRPr>
                <a:solidFill>
                  <a:schemeClr val="tx1"/>
                </a:solidFill>
              </a:defRPr>
            </a:lvl4pPr>
            <a:lvl5pPr marL="113157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1539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ttom Half Color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456B4D1D-F8C4-ADCB-4CA1-EDF19E0D34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3428998"/>
            <a:ext cx="12192000" cy="3429001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57" name="Title 56">
            <a:extLst>
              <a:ext uri="{FF2B5EF4-FFF2-40B4-BE49-F238E27FC236}">
                <a16:creationId xmlns:a16="http://schemas.microsoft.com/office/drawing/2014/main" id="{5D870CCB-8855-08B6-DB77-211C2573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D83BD87-283F-8950-6AEA-477F6E857FC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25000"/>
                  </a:schemeClr>
                </a:solidFill>
              </a:defRPr>
            </a:lvl1pPr>
          </a:lstStyle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D4965B3F-0970-16E1-D6E7-700DB4D8FFB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0" y="1146969"/>
            <a:ext cx="11274552" cy="182830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83464" indent="0">
              <a:buNone/>
              <a:defRPr>
                <a:solidFill>
                  <a:schemeClr val="tx1"/>
                </a:solidFill>
              </a:defRPr>
            </a:lvl2pPr>
            <a:lvl3pPr marL="564642" indent="0">
              <a:buNone/>
              <a:defRPr>
                <a:solidFill>
                  <a:schemeClr val="tx1"/>
                </a:solidFill>
              </a:defRPr>
            </a:lvl3pPr>
            <a:lvl4pPr marL="848106" indent="0">
              <a:buNone/>
              <a:defRPr>
                <a:solidFill>
                  <a:schemeClr val="tx1"/>
                </a:solidFill>
              </a:defRPr>
            </a:lvl4pPr>
            <a:lvl5pPr marL="113157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4384BDE-BE26-0550-666E-A245EEB26FF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200" y="3883844"/>
            <a:ext cx="2644560" cy="228835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D4ECCE2F-D2D9-88C0-5107-87158F5A535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33864" y="3883844"/>
            <a:ext cx="2644560" cy="228835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1BC8D7D2-9220-3D66-9EA9-423B257FFA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10528" y="3883844"/>
            <a:ext cx="2644560" cy="228835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32253F6-028C-B1E1-DB88-5D8165CD35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87192" y="3883844"/>
            <a:ext cx="2644560" cy="228835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1776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p Half Color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6586E23-749D-5F6D-667E-E2A2F833000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12192000" cy="3429001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57" name="Title 56">
            <a:extLst>
              <a:ext uri="{FF2B5EF4-FFF2-40B4-BE49-F238E27FC236}">
                <a16:creationId xmlns:a16="http://schemas.microsoft.com/office/drawing/2014/main" id="{5D870CCB-8855-08B6-DB77-211C2573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6" name="Slide Number Placeholder 8">
            <a:extLst>
              <a:ext uri="{FF2B5EF4-FFF2-40B4-BE49-F238E27FC236}">
                <a16:creationId xmlns:a16="http://schemas.microsoft.com/office/drawing/2014/main" id="{1F510E4D-AAC2-5BC1-ECEE-8A02552D87B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9004F73-C357-5CE8-3F83-91B6A4E22C9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200" y="3883844"/>
            <a:ext cx="2644560" cy="2288356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83464" indent="0">
              <a:buNone/>
              <a:defRPr>
                <a:solidFill>
                  <a:schemeClr val="tx1"/>
                </a:solidFill>
              </a:defRPr>
            </a:lvl2pPr>
            <a:lvl3pPr marL="564642" indent="0">
              <a:buNone/>
              <a:defRPr>
                <a:solidFill>
                  <a:schemeClr val="tx1"/>
                </a:solidFill>
              </a:defRPr>
            </a:lvl3pPr>
            <a:lvl4pPr marL="848106" indent="0">
              <a:buNone/>
              <a:defRPr>
                <a:solidFill>
                  <a:schemeClr val="tx1"/>
                </a:solidFill>
              </a:defRPr>
            </a:lvl4pPr>
            <a:lvl5pPr marL="113157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F70C31D-5FA0-4250-BB5E-E31F95C96C1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33864" y="3883844"/>
            <a:ext cx="2644560" cy="2288356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83464" indent="0">
              <a:buNone/>
              <a:defRPr>
                <a:solidFill>
                  <a:schemeClr val="tx1"/>
                </a:solidFill>
              </a:defRPr>
            </a:lvl2pPr>
            <a:lvl3pPr marL="564642" indent="0">
              <a:buNone/>
              <a:defRPr>
                <a:solidFill>
                  <a:schemeClr val="tx1"/>
                </a:solidFill>
              </a:defRPr>
            </a:lvl3pPr>
            <a:lvl4pPr marL="848106" indent="0">
              <a:buNone/>
              <a:defRPr>
                <a:solidFill>
                  <a:schemeClr val="tx1"/>
                </a:solidFill>
              </a:defRPr>
            </a:lvl4pPr>
            <a:lvl5pPr marL="113157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845F40E-5C45-6FFA-4B84-011F419D4EF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10528" y="3883844"/>
            <a:ext cx="2644560" cy="2288356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83464" indent="0">
              <a:buNone/>
              <a:defRPr>
                <a:solidFill>
                  <a:schemeClr val="tx1"/>
                </a:solidFill>
              </a:defRPr>
            </a:lvl2pPr>
            <a:lvl3pPr marL="564642" indent="0">
              <a:buNone/>
              <a:defRPr>
                <a:solidFill>
                  <a:schemeClr val="tx1"/>
                </a:solidFill>
              </a:defRPr>
            </a:lvl3pPr>
            <a:lvl4pPr marL="848106" indent="0">
              <a:buNone/>
              <a:defRPr>
                <a:solidFill>
                  <a:schemeClr val="tx1"/>
                </a:solidFill>
              </a:defRPr>
            </a:lvl4pPr>
            <a:lvl5pPr marL="113157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89AA9EC-065C-7243-6CB6-149CF7A76D5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87192" y="3883844"/>
            <a:ext cx="2644560" cy="2288356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83464" indent="0">
              <a:buNone/>
              <a:defRPr>
                <a:solidFill>
                  <a:schemeClr val="tx1"/>
                </a:solidFill>
              </a:defRPr>
            </a:lvl2pPr>
            <a:lvl3pPr marL="564642" indent="0">
              <a:buNone/>
              <a:defRPr>
                <a:solidFill>
                  <a:schemeClr val="tx1"/>
                </a:solidFill>
              </a:defRPr>
            </a:lvl3pPr>
            <a:lvl4pPr marL="848106" indent="0">
              <a:buNone/>
              <a:defRPr>
                <a:solidFill>
                  <a:schemeClr val="tx1"/>
                </a:solidFill>
              </a:defRPr>
            </a:lvl4pPr>
            <a:lvl5pPr marL="113157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0397266-1568-923F-4233-A100A9C9A2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0" y="1146969"/>
            <a:ext cx="11274552" cy="182830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3258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lor Block -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702445C-229B-9363-311C-AAF81D2CF4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AA378ABF-657C-5633-5EB7-0D71B2531E2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25000"/>
                  </a:schemeClr>
                </a:solidFill>
              </a:defRPr>
            </a:lvl1pPr>
          </a:lstStyle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283">
            <a:extLst>
              <a:ext uri="{FF2B5EF4-FFF2-40B4-BE49-F238E27FC236}">
                <a16:creationId xmlns:a16="http://schemas.microsoft.com/office/drawing/2014/main" id="{4F914949-5763-4351-EE07-0E4BC664C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0B39A4-1B2B-8A8D-85B4-BB64268D24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143000"/>
            <a:ext cx="11274551" cy="5029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833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lor Block - Sli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C443EE-F513-83CD-DD5A-4C4E7CFAF29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sz="1400" dirty="0" err="1">
              <a:latin typeface="Libre Franklin" pitchFamily="2" charset="77"/>
            </a:endParaRP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D39E24D-0D65-7459-D507-316DCD3E76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98" y="457198"/>
            <a:ext cx="11277601" cy="5943603"/>
          </a:xfrm>
          <a:prstGeom prst="roundRect">
            <a:avLst>
              <a:gd name="adj" fmla="val 629"/>
            </a:avLst>
          </a:prstGeom>
          <a:solidFill>
            <a:schemeClr val="accent1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5" name="Title 283">
            <a:extLst>
              <a:ext uri="{FF2B5EF4-FFF2-40B4-BE49-F238E27FC236}">
                <a16:creationId xmlns:a16="http://schemas.microsoft.com/office/drawing/2014/main" id="{89C1106B-A6D9-63A9-33E7-4002C1EC5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32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2771587-7E1D-152B-E2E0-2585164A34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604169"/>
            <a:ext cx="10363200" cy="433943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6975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lor Block - Sli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B7625C4-613E-8008-147A-800A4058F9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399" y="920351"/>
            <a:ext cx="10360010" cy="5017300"/>
          </a:xfrm>
          <a:prstGeom prst="roundRect">
            <a:avLst>
              <a:gd name="adj" fmla="val 915"/>
            </a:avLst>
          </a:prstGeom>
          <a:solidFill>
            <a:schemeClr val="accent3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2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F4AEDE65-85B2-F09F-B149-4A98E55BC83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F33D82A2-4712-6EF7-3503-9EC7FF41F6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71599" y="1375567"/>
            <a:ext cx="9448802" cy="4110833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2086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 Color Block Right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151D122-6645-2E2C-DD39-A3E837978A7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867400" y="1205"/>
            <a:ext cx="6324600" cy="6857999"/>
          </a:xfrm>
          <a:custGeom>
            <a:avLst/>
            <a:gdLst>
              <a:gd name="connsiteX0" fmla="*/ 1062878 w 6324600"/>
              <a:gd name="connsiteY0" fmla="*/ 0 h 6857999"/>
              <a:gd name="connsiteX1" fmla="*/ 6324600 w 6324600"/>
              <a:gd name="connsiteY1" fmla="*/ 0 h 6857999"/>
              <a:gd name="connsiteX2" fmla="*/ 6324600 w 6324600"/>
              <a:gd name="connsiteY2" fmla="*/ 6857999 h 6857999"/>
              <a:gd name="connsiteX3" fmla="*/ 1049470 w 6324600"/>
              <a:gd name="connsiteY3" fmla="*/ 6857999 h 6857999"/>
              <a:gd name="connsiteX4" fmla="*/ 1040819 w 6324600"/>
              <a:gd name="connsiteY4" fmla="*/ 6845833 h 6857999"/>
              <a:gd name="connsiteX5" fmla="*/ 0 w 6324600"/>
              <a:gd name="connsiteY5" fmla="*/ 3438427 h 6857999"/>
              <a:gd name="connsiteX6" fmla="*/ 1040819 w 6324600"/>
              <a:gd name="connsiteY6" fmla="*/ 3102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24600" h="6857999">
                <a:moveTo>
                  <a:pt x="1062878" y="0"/>
                </a:moveTo>
                <a:lnTo>
                  <a:pt x="6324600" y="0"/>
                </a:lnTo>
                <a:lnTo>
                  <a:pt x="6324600" y="6857999"/>
                </a:lnTo>
                <a:lnTo>
                  <a:pt x="1049470" y="6857999"/>
                </a:lnTo>
                <a:lnTo>
                  <a:pt x="1040819" y="6845833"/>
                </a:lnTo>
                <a:cubicBezTo>
                  <a:pt x="383700" y="5873169"/>
                  <a:pt x="0" y="4700607"/>
                  <a:pt x="0" y="3438427"/>
                </a:cubicBezTo>
                <a:cubicBezTo>
                  <a:pt x="0" y="2176247"/>
                  <a:pt x="383700" y="1003685"/>
                  <a:pt x="1040819" y="3102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182880" tIns="182880" rIns="182880" bIns="182880" anchor="t">
            <a:noAutofit/>
          </a:bodyPr>
          <a:lstStyle>
            <a:lvl1pPr marL="0" indent="0" algn="r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</a:lstStyle>
          <a:p>
            <a:r>
              <a:rPr lang="en-US" dirty="0"/>
              <a:t>*Change color or insert image</a:t>
            </a:r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E24EB691-263F-9AD5-2D6F-A6571C65D11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8303FC1-0283-65BF-BB79-7B0BA4386C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604168"/>
            <a:ext cx="4267200" cy="4331496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D37B53C2-748D-02B2-2BDE-3167595BC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07208" y="918368"/>
            <a:ext cx="4267200" cy="501729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itle 17">
            <a:extLst>
              <a:ext uri="{FF2B5EF4-FFF2-40B4-BE49-F238E27FC236}">
                <a16:creationId xmlns:a16="http://schemas.microsoft.com/office/drawing/2014/main" id="{9C8E6BE6-DA1E-947D-9082-454467B17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8368"/>
            <a:ext cx="42672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2159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 Color Block Left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0ECED-5C26-E5EF-3A8B-F0CF4BBA7D0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 flipH="1">
            <a:off x="0" y="1205"/>
            <a:ext cx="6324600" cy="6857999"/>
          </a:xfrm>
          <a:custGeom>
            <a:avLst/>
            <a:gdLst>
              <a:gd name="connsiteX0" fmla="*/ 1062878 w 6324600"/>
              <a:gd name="connsiteY0" fmla="*/ 0 h 6857999"/>
              <a:gd name="connsiteX1" fmla="*/ 6324600 w 6324600"/>
              <a:gd name="connsiteY1" fmla="*/ 0 h 6857999"/>
              <a:gd name="connsiteX2" fmla="*/ 6324600 w 6324600"/>
              <a:gd name="connsiteY2" fmla="*/ 6857999 h 6857999"/>
              <a:gd name="connsiteX3" fmla="*/ 1049470 w 6324600"/>
              <a:gd name="connsiteY3" fmla="*/ 6857999 h 6857999"/>
              <a:gd name="connsiteX4" fmla="*/ 1040819 w 6324600"/>
              <a:gd name="connsiteY4" fmla="*/ 6845833 h 6857999"/>
              <a:gd name="connsiteX5" fmla="*/ 0 w 6324600"/>
              <a:gd name="connsiteY5" fmla="*/ 3438427 h 6857999"/>
              <a:gd name="connsiteX6" fmla="*/ 1040819 w 6324600"/>
              <a:gd name="connsiteY6" fmla="*/ 3102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24600" h="6857999">
                <a:moveTo>
                  <a:pt x="1062878" y="0"/>
                </a:moveTo>
                <a:lnTo>
                  <a:pt x="6324600" y="0"/>
                </a:lnTo>
                <a:lnTo>
                  <a:pt x="6324600" y="6857999"/>
                </a:lnTo>
                <a:lnTo>
                  <a:pt x="1049470" y="6857999"/>
                </a:lnTo>
                <a:lnTo>
                  <a:pt x="1040819" y="6845833"/>
                </a:lnTo>
                <a:cubicBezTo>
                  <a:pt x="383700" y="5873169"/>
                  <a:pt x="0" y="4700607"/>
                  <a:pt x="0" y="3438427"/>
                </a:cubicBezTo>
                <a:cubicBezTo>
                  <a:pt x="0" y="2176247"/>
                  <a:pt x="383700" y="1003685"/>
                  <a:pt x="1040819" y="31022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lIns="182880" tIns="182880" rIns="182880" bIns="182880" anchor="t">
            <a:noAutofit/>
          </a:bodyPr>
          <a:lstStyle>
            <a:lvl1pPr marL="0" indent="0" algn="l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</a:lstStyle>
          <a:p>
            <a:r>
              <a:rPr lang="en-US" dirty="0"/>
              <a:t>*Change color or insert image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4C3F80FD-4EB9-05CE-65C4-D85DD1138DB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D7E141AF-8E27-6A9A-2761-75976ED553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604168"/>
            <a:ext cx="4267200" cy="433149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C85D28D8-2E5D-7CEF-FC62-4A0DEC0C6D4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07208" y="918368"/>
            <a:ext cx="4267200" cy="5017296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83464" indent="0">
              <a:buNone/>
              <a:defRPr>
                <a:solidFill>
                  <a:schemeClr val="tx1"/>
                </a:solidFill>
              </a:defRPr>
            </a:lvl2pPr>
            <a:lvl3pPr marL="564642" indent="0">
              <a:buNone/>
              <a:defRPr>
                <a:solidFill>
                  <a:schemeClr val="tx1"/>
                </a:solidFill>
              </a:defRPr>
            </a:lvl3pPr>
            <a:lvl4pPr marL="848106" indent="0">
              <a:buNone/>
              <a:defRPr>
                <a:solidFill>
                  <a:schemeClr val="tx1"/>
                </a:solidFill>
              </a:defRPr>
            </a:lvl4pPr>
            <a:lvl5pPr marL="113157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3470D619-E267-4B13-E4FA-0662EAC35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8368"/>
            <a:ext cx="42672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2770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 Color Block Right Circle Sl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B1499FC3-3E0F-5729-C673-C400891B5D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 rot="10800000" flipH="1" flipV="1">
            <a:off x="6324600" y="918368"/>
            <a:ext cx="5021264" cy="5021264"/>
          </a:xfrm>
          <a:prstGeom prst="ellipse">
            <a:avLst/>
          </a:prstGeom>
          <a:solidFill>
            <a:schemeClr val="accent1"/>
          </a:solidFill>
        </p:spPr>
        <p:txBody>
          <a:bodyPr lIns="91440" tIns="91440" rIns="91440" bIns="91440">
            <a:noAutofit/>
          </a:bodyPr>
          <a:lstStyle>
            <a:lvl1pPr marL="0" indent="0" algn="ctr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</a:lstStyle>
          <a:p>
            <a:r>
              <a:rPr lang="en-US" dirty="0"/>
              <a:t>*Change color or insert image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030D17A2-2A7A-70A3-1B26-256D2D18C43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D3DCB129-AD8A-9FBF-2A86-53F42A192A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604168"/>
            <a:ext cx="4951472" cy="4331496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B864F392-6ED1-6691-4B4A-AA34D8078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8368"/>
            <a:ext cx="4951472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7236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 Color Block Left Circle Sl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FFD6A4EB-A38C-ED91-C69B-593200D34D3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 rot="10800000" flipH="1" flipV="1">
            <a:off x="844607" y="918368"/>
            <a:ext cx="5021264" cy="5021264"/>
          </a:xfrm>
          <a:prstGeom prst="ellipse">
            <a:avLst/>
          </a:prstGeom>
          <a:solidFill>
            <a:schemeClr val="accent5"/>
          </a:solidFill>
        </p:spPr>
        <p:txBody>
          <a:bodyPr lIns="91440" tIns="91440" rIns="91440" bIns="91440">
            <a:noAutofit/>
          </a:bodyPr>
          <a:lstStyle>
            <a:lvl1pPr marL="0" indent="0" algn="ctr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</a:lstStyle>
          <a:p>
            <a:r>
              <a:rPr lang="en-US" dirty="0"/>
              <a:t>*Change color or insert image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D347275D-8DFD-2238-0D36-02DE070EC1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7467E47-16B9-C3D2-2B01-07B53F283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22936" y="1604168"/>
            <a:ext cx="4951472" cy="4331496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CFFEF54-A14C-CB56-8890-C7F590FD1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2934" y="918368"/>
            <a:ext cx="4951473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4538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 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1F3246-C1A0-3F01-620D-4920A4F7224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322935" y="457200"/>
            <a:ext cx="5407025" cy="5943600"/>
          </a:xfrm>
          <a:prstGeom prst="roundRect">
            <a:avLst>
              <a:gd name="adj" fmla="val 235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*Insert screenshot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9FBC8B7C-EA26-48A3-518B-2C52C141408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56">
            <a:extLst>
              <a:ext uri="{FF2B5EF4-FFF2-40B4-BE49-F238E27FC236}">
                <a16:creationId xmlns:a16="http://schemas.microsoft.com/office/drawing/2014/main" id="{80BAE70B-BEBC-2C3E-1D0F-073A4535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407025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9FB6CACF-E7D4-BD4C-3DD5-0836DF6CDB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143000"/>
            <a:ext cx="5407025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838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4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 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C9FE53-883B-074E-D269-B16A62D585B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sz="1400" dirty="0" err="1">
              <a:latin typeface="Libre Franklin" pitchFamily="2" charset="77"/>
            </a:endParaRP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D2B8A936-0E7A-17A3-3250-5543610078F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57200" y="457200"/>
            <a:ext cx="5407025" cy="5943600"/>
          </a:xfrm>
          <a:prstGeom prst="roundRect">
            <a:avLst>
              <a:gd name="adj" fmla="val 235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2">
                    <a:alpha val="25000"/>
                  </a:schemeClr>
                </a:solidFill>
              </a:defRPr>
            </a:lvl1pPr>
          </a:lstStyle>
          <a:p>
            <a:r>
              <a:rPr lang="en-US" dirty="0"/>
              <a:t>*Insert screenshot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99822555-A6E2-135E-A797-ED6103B7B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FF45E735-E4D1-04FA-4EEE-6D3CE8487C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27775" y="1143000"/>
            <a:ext cx="5407025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9">
            <a:extLst>
              <a:ext uri="{FF2B5EF4-FFF2-40B4-BE49-F238E27FC236}">
                <a16:creationId xmlns:a16="http://schemas.microsoft.com/office/drawing/2014/main" id="{2C360324-555E-4C51-5575-CB0821A98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7774" y="457200"/>
            <a:ext cx="5403977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8952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 Multi 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467E13F-52E4-B520-53F8-A5F5EC83CA9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143416" y="466922"/>
            <a:ext cx="2590797" cy="2852541"/>
          </a:xfrm>
          <a:prstGeom prst="roundRect">
            <a:avLst>
              <a:gd name="adj" fmla="val 49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2">
                    <a:alpha val="25000"/>
                  </a:schemeClr>
                </a:solidFill>
              </a:defRPr>
            </a:lvl1pPr>
          </a:lstStyle>
          <a:p>
            <a:r>
              <a:rPr lang="en-US" dirty="0"/>
              <a:t>*Insert screenshot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6A1036-27E5-02FC-CB3B-9B15685FE9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24599" y="457200"/>
            <a:ext cx="2590215" cy="5943600"/>
          </a:xfrm>
          <a:prstGeom prst="roundRect">
            <a:avLst>
              <a:gd name="adj" fmla="val 49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2">
                    <a:alpha val="25000"/>
                  </a:schemeClr>
                </a:solidFill>
              </a:defRPr>
            </a:lvl1pPr>
          </a:lstStyle>
          <a:p>
            <a:r>
              <a:rPr lang="en-US" dirty="0"/>
              <a:t>*Insert screenshot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B93C0BA8-0D0B-44E4-84B2-40268FEC3B3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43417" y="3548062"/>
            <a:ext cx="2590798" cy="2852541"/>
          </a:xfrm>
          <a:prstGeom prst="roundRect">
            <a:avLst>
              <a:gd name="adj" fmla="val 49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2">
                    <a:alpha val="25000"/>
                  </a:schemeClr>
                </a:solidFill>
              </a:defRPr>
            </a:lvl1pPr>
          </a:lstStyle>
          <a:p>
            <a:r>
              <a:rPr lang="en-US" dirty="0"/>
              <a:t>*Insert screenshot</a:t>
            </a:r>
          </a:p>
        </p:txBody>
      </p:sp>
      <p:sp>
        <p:nvSpPr>
          <p:cNvPr id="59" name="Slide Number Placeholder 8">
            <a:extLst>
              <a:ext uri="{FF2B5EF4-FFF2-40B4-BE49-F238E27FC236}">
                <a16:creationId xmlns:a16="http://schemas.microsoft.com/office/drawing/2014/main" id="{1BEC7BFB-B563-4B02-DC3F-F70C308CDF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28065B8-B3DC-4B02-E89F-EA4AA64B56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143000"/>
            <a:ext cx="5407025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D3518C6F-B1AD-A44C-6963-F24F3B324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407024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1186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 Multi 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4B3821-5F41-EE81-B3C6-2A7E942F040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sz="1400" dirty="0" err="1">
              <a:latin typeface="Libre Franklin" pitchFamily="2" charset="77"/>
            </a:endParaRP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5BB06FB-7D8A-0DF6-15D5-6CD47465C65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276154" y="466922"/>
            <a:ext cx="2590797" cy="2852541"/>
          </a:xfrm>
          <a:prstGeom prst="roundRect">
            <a:avLst>
              <a:gd name="adj" fmla="val 49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2">
                    <a:alpha val="25000"/>
                  </a:schemeClr>
                </a:solidFill>
              </a:defRPr>
            </a:lvl1pPr>
          </a:lstStyle>
          <a:p>
            <a:r>
              <a:rPr lang="en-US" dirty="0"/>
              <a:t>*Insert screenshot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216917E-347E-B1BC-D24B-2506E7CA049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57337" y="457200"/>
            <a:ext cx="2590215" cy="5943600"/>
          </a:xfrm>
          <a:prstGeom prst="roundRect">
            <a:avLst>
              <a:gd name="adj" fmla="val 49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2">
                    <a:alpha val="25000"/>
                  </a:schemeClr>
                </a:solidFill>
              </a:defRPr>
            </a:lvl1pPr>
          </a:lstStyle>
          <a:p>
            <a:r>
              <a:rPr lang="en-US" dirty="0"/>
              <a:t>*Insert screenshot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490665F-284D-669D-E591-152C40D6AE6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76155" y="3548062"/>
            <a:ext cx="2590798" cy="2852541"/>
          </a:xfrm>
          <a:prstGeom prst="roundRect">
            <a:avLst>
              <a:gd name="adj" fmla="val 49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2">
                    <a:alpha val="25000"/>
                  </a:schemeClr>
                </a:solidFill>
              </a:defRPr>
            </a:lvl1pPr>
          </a:lstStyle>
          <a:p>
            <a:r>
              <a:rPr lang="en-US" dirty="0"/>
              <a:t>*Insert screenshot</a:t>
            </a:r>
          </a:p>
        </p:txBody>
      </p:sp>
      <p:sp>
        <p:nvSpPr>
          <p:cNvPr id="63" name="Text Placeholder 6">
            <a:extLst>
              <a:ext uri="{FF2B5EF4-FFF2-40B4-BE49-F238E27FC236}">
                <a16:creationId xmlns:a16="http://schemas.microsoft.com/office/drawing/2014/main" id="{DB51739E-2130-1842-3666-0439240920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4599" y="1146967"/>
            <a:ext cx="5410200" cy="525363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7" name="Title 66">
            <a:extLst>
              <a:ext uri="{FF2B5EF4-FFF2-40B4-BE49-F238E27FC236}">
                <a16:creationId xmlns:a16="http://schemas.microsoft.com/office/drawing/2014/main" id="{3FBF6A8F-8EC7-54F6-856D-971D2FFF3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599" y="457200"/>
            <a:ext cx="54102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9" name="Slide Number Placeholder 8">
            <a:extLst>
              <a:ext uri="{FF2B5EF4-FFF2-40B4-BE49-F238E27FC236}">
                <a16:creationId xmlns:a16="http://schemas.microsoft.com/office/drawing/2014/main" id="{1BEC7BFB-B563-4B02-DC3F-F70C308CDF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643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x2 Screenshot Sl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390B75-F1B4-013C-7F91-870D1DAE6B8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324599" y="914397"/>
            <a:ext cx="4949809" cy="2286001"/>
          </a:xfrm>
          <a:prstGeom prst="roundRect">
            <a:avLst>
              <a:gd name="adj" fmla="val 49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2">
                    <a:alpha val="25000"/>
                  </a:schemeClr>
                </a:solidFill>
              </a:defRPr>
            </a:lvl1pPr>
          </a:lstStyle>
          <a:p>
            <a:r>
              <a:rPr lang="en-US" dirty="0"/>
              <a:t>*Insert screenshot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C3F87E6-EEE3-7138-5B53-E3DA5188E01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14397" y="3657600"/>
            <a:ext cx="4949809" cy="2286001"/>
          </a:xfrm>
          <a:prstGeom prst="roundRect">
            <a:avLst>
              <a:gd name="adj" fmla="val 49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2">
                    <a:alpha val="25000"/>
                  </a:schemeClr>
                </a:solidFill>
              </a:defRPr>
            </a:lvl1pPr>
          </a:lstStyle>
          <a:p>
            <a:r>
              <a:rPr lang="en-US" dirty="0"/>
              <a:t>*Insert screenshot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4F6A6142-06C8-7185-E00A-295710D2B8E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8F1733A-936A-D125-03E8-81FA696605B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22936" y="3653630"/>
            <a:ext cx="4951472" cy="2286002"/>
          </a:xfrm>
        </p:spPr>
        <p:txBody>
          <a:bodyPr anchor="ctr"/>
          <a:lstStyle>
            <a:lvl1pPr marL="0" indent="0" algn="l">
              <a:buNone/>
              <a:defRPr sz="2000" b="0" i="0">
                <a:latin typeface="Libre Franklin Light" pitchFamily="2" charset="77"/>
              </a:defRPr>
            </a:lvl1pPr>
            <a:lvl2pPr marL="457200" indent="0">
              <a:buNone/>
              <a:defRPr sz="2000" b="0" i="0">
                <a:latin typeface="Libre Franklin Light" pitchFamily="2" charset="77"/>
              </a:defRPr>
            </a:lvl2pPr>
            <a:lvl3pPr marL="914400" indent="0">
              <a:buNone/>
              <a:defRPr sz="2000" b="0" i="0">
                <a:latin typeface="Libre Franklin Light" pitchFamily="2" charset="77"/>
              </a:defRPr>
            </a:lvl3pPr>
            <a:lvl4pPr marL="1371600" indent="0">
              <a:buNone/>
              <a:defRPr sz="2000" b="0" i="0">
                <a:latin typeface="Libre Franklin Light" pitchFamily="2" charset="77"/>
              </a:defRPr>
            </a:lvl4pPr>
            <a:lvl5pPr marL="1828800" indent="0">
              <a:buNone/>
              <a:defRPr sz="2000" b="0" i="0">
                <a:latin typeface="Libre Franklin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D5A7C10-84AC-AC9A-A994-C40717D99D9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2734" y="911300"/>
            <a:ext cx="4951472" cy="2286002"/>
          </a:xfrm>
        </p:spPr>
        <p:txBody>
          <a:bodyPr anchor="ctr"/>
          <a:lstStyle>
            <a:lvl1pPr marL="0" indent="0" algn="r">
              <a:buNone/>
              <a:defRPr sz="2000" b="0" i="0">
                <a:latin typeface="Libre Franklin Light" pitchFamily="2" charset="77"/>
              </a:defRPr>
            </a:lvl1pPr>
            <a:lvl2pPr marL="457200" indent="0">
              <a:buNone/>
              <a:defRPr sz="2000" b="0" i="0">
                <a:latin typeface="Libre Franklin Light" pitchFamily="2" charset="77"/>
              </a:defRPr>
            </a:lvl2pPr>
            <a:lvl3pPr marL="914400" indent="0">
              <a:buNone/>
              <a:defRPr sz="2000" b="0" i="0">
                <a:latin typeface="Libre Franklin Light" pitchFamily="2" charset="77"/>
              </a:defRPr>
            </a:lvl3pPr>
            <a:lvl4pPr marL="1371600" indent="0">
              <a:buNone/>
              <a:defRPr sz="2000" b="0" i="0">
                <a:latin typeface="Libre Franklin Light" pitchFamily="2" charset="77"/>
              </a:defRPr>
            </a:lvl4pPr>
            <a:lvl5pPr marL="1828800" indent="0">
              <a:buNone/>
              <a:defRPr sz="2000" b="0" i="0">
                <a:latin typeface="Libre Franklin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2472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creenshot w/ Color Block BG Sl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60229F0E-A427-880F-7D02-3EBB43E05A3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 rot="10800000" flipH="1" flipV="1">
            <a:off x="0" y="0"/>
            <a:ext cx="12192000" cy="6858000"/>
          </a:xfrm>
          <a:solidFill>
            <a:schemeClr val="accent3"/>
          </a:solidFill>
        </p:spPr>
        <p:txBody>
          <a:bodyPr lIns="91440" tIns="91440" rIns="91440" bIns="91440">
            <a:noAutofit/>
          </a:bodyPr>
          <a:lstStyle>
            <a:lvl1pPr marL="0" indent="0">
              <a:buNone/>
              <a:defRPr sz="800">
                <a:solidFill>
                  <a:schemeClr val="bg2">
                    <a:alpha val="25000"/>
                  </a:schemeClr>
                </a:solidFill>
              </a:defRPr>
            </a:lvl1pPr>
          </a:lstStyle>
          <a:p>
            <a:r>
              <a:rPr lang="en-US" dirty="0"/>
              <a:t>*Add Picture or Background Color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C7239E-8140-9BB4-6231-5F0003F8AF3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4400" y="914400"/>
            <a:ext cx="10361672" cy="5038725"/>
          </a:xfrm>
          <a:prstGeom prst="roundRect">
            <a:avLst>
              <a:gd name="adj" fmla="val 2356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35000" dist="317500" dir="8100000" algn="tr" rotWithShape="0">
              <a:prstClr val="black">
                <a:alpha val="10000"/>
              </a:prstClr>
            </a:outerShdw>
          </a:effectLst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*Insert screenshot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84E0D93B-165F-A4E8-E8BF-4E599FF87D8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547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 Screenshot w/ Color Block Left Sl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7BA6AB35-6114-1A6A-24CA-978BE5EA0B4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 rot="10800000" flipH="1" flipV="1">
            <a:off x="0" y="0"/>
            <a:ext cx="5407144" cy="6858000"/>
          </a:xfrm>
          <a:solidFill>
            <a:schemeClr val="accent1"/>
          </a:solidFill>
        </p:spPr>
        <p:txBody>
          <a:bodyPr lIns="91440" tIns="91440" rIns="91440" bIns="91440">
            <a:noAutofit/>
          </a:bodyPr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</a:lstStyle>
          <a:p>
            <a:r>
              <a:rPr lang="en-US" dirty="0"/>
              <a:t>*Add Picture or Background Color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C7239E-8140-9BB4-6231-5F0003F8AF3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24600" y="914400"/>
            <a:ext cx="4951472" cy="5038725"/>
          </a:xfrm>
          <a:prstGeom prst="roundRect">
            <a:avLst>
              <a:gd name="adj" fmla="val 235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*Insert screenshot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0AB26764-A8B6-4BAF-4A0C-3A19B31C66D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571587-BA5D-110C-3570-D14D7E7E530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4400" y="914400"/>
            <a:ext cx="3578344" cy="502523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4202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 Multi Screenshot w/ Color Block Left Sl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7BA6AB35-6114-1A6A-24CA-978BE5EA0B4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 rot="10800000" flipH="1" flipV="1">
            <a:off x="0" y="0"/>
            <a:ext cx="5407144" cy="6858000"/>
          </a:xfrm>
          <a:solidFill>
            <a:schemeClr val="accent1"/>
          </a:solidFill>
        </p:spPr>
        <p:txBody>
          <a:bodyPr lIns="91440" tIns="91440" rIns="91440" bIns="91440">
            <a:noAutofit/>
          </a:bodyPr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</a:lstStyle>
          <a:p>
            <a:r>
              <a:rPr lang="en-US" dirty="0"/>
              <a:t>*Add Picture or Background Color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DADD53AB-0F47-D7B7-2296-DFDE540EA48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15400" y="914401"/>
            <a:ext cx="2362200" cy="2405062"/>
          </a:xfrm>
          <a:prstGeom prst="roundRect">
            <a:avLst>
              <a:gd name="adj" fmla="val 49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*Insert screenshot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B0073087-1970-4424-C241-C8900FA68D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24600" y="914400"/>
            <a:ext cx="2362200" cy="5038725"/>
          </a:xfrm>
          <a:prstGeom prst="roundRect">
            <a:avLst>
              <a:gd name="adj" fmla="val 49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*Insert screenshot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FCAA7DD-5E85-6278-1056-0F56D7FF1B3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915400" y="3548063"/>
            <a:ext cx="2362200" cy="2405062"/>
          </a:xfrm>
          <a:prstGeom prst="roundRect">
            <a:avLst>
              <a:gd name="adj" fmla="val 49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*Insert screenshot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41D02C01-4EBA-9932-DFC9-7CBACAB16D2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9BADB6E-4978-00E2-0290-FAC8503508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4400" y="914400"/>
            <a:ext cx="3578344" cy="502523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83464" indent="0">
              <a:buNone/>
              <a:defRPr>
                <a:solidFill>
                  <a:schemeClr val="bg1"/>
                </a:solidFill>
              </a:defRPr>
            </a:lvl2pPr>
            <a:lvl3pPr marL="564642" indent="0">
              <a:buNone/>
              <a:defRPr>
                <a:solidFill>
                  <a:schemeClr val="bg1"/>
                </a:solidFill>
              </a:defRPr>
            </a:lvl3pPr>
            <a:lvl4pPr marL="848106" indent="0">
              <a:buNone/>
              <a:defRPr>
                <a:solidFill>
                  <a:schemeClr val="bg1"/>
                </a:solidFill>
              </a:defRPr>
            </a:lvl4pPr>
            <a:lvl5pPr marL="113157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3498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ighlight 1"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C00E7B1-958F-7778-294E-076A9A025D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184B6BA-A80C-2E70-0382-F575739912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14401"/>
            <a:ext cx="10363200" cy="5029200"/>
          </a:xfrm>
        </p:spPr>
        <p:txBody>
          <a:bodyPr tIns="274320" anchor="ctr"/>
          <a:lstStyle>
            <a:lvl1pPr marL="0" indent="0" algn="ctr">
              <a:lnSpc>
                <a:spcPct val="75000"/>
              </a:lnSpc>
              <a:buNone/>
              <a:defRPr sz="9600" b="0" i="0">
                <a:solidFill>
                  <a:schemeClr val="bg1"/>
                </a:solidFill>
                <a:latin typeface="Bebas Neue Regular" panose="020B0606020202050201" pitchFamily="34" charset="77"/>
              </a:defRPr>
            </a:lvl1pPr>
            <a:lvl2pPr marL="457200" indent="0" algn="ctr">
              <a:buNone/>
              <a:defRPr sz="7200">
                <a:solidFill>
                  <a:schemeClr val="bg1"/>
                </a:solidFill>
                <a:latin typeface="Bebas Neue Regular" panose="020B0606020202050201" pitchFamily="34" charset="77"/>
              </a:defRPr>
            </a:lvl2pPr>
            <a:lvl3pPr marL="914400" indent="0" algn="ctr">
              <a:buNone/>
              <a:defRPr sz="7200">
                <a:solidFill>
                  <a:schemeClr val="bg1"/>
                </a:solidFill>
                <a:latin typeface="Bebas Neue Regular" panose="020B0606020202050201" pitchFamily="34" charset="77"/>
              </a:defRPr>
            </a:lvl3pPr>
            <a:lvl4pPr marL="1371600" indent="0" algn="ctr">
              <a:buNone/>
              <a:defRPr sz="7200">
                <a:solidFill>
                  <a:schemeClr val="bg1"/>
                </a:solidFill>
                <a:latin typeface="Bebas Neue Regular" panose="020B0606020202050201" pitchFamily="34" charset="77"/>
              </a:defRPr>
            </a:lvl4pPr>
            <a:lvl5pPr marL="1828800" indent="0" algn="ctr">
              <a:buNone/>
              <a:defRPr sz="7200">
                <a:solidFill>
                  <a:schemeClr val="bg1"/>
                </a:solidFill>
                <a:latin typeface="Bebas Neue Regular" panose="020B0606020202050201" pitchFamily="34" charset="77"/>
              </a:defRPr>
            </a:lvl5pPr>
          </a:lstStyle>
          <a:p>
            <a:pPr lvl="0"/>
            <a:r>
              <a:rPr lang="en-US" dirty="0"/>
              <a:t>Highlight slide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0D597-E181-1540-540A-D18FF5D5E7F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05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ighlight 2"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C00E7B1-958F-7778-294E-076A9A025D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184B6BA-A80C-2E70-0382-F575739912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14401"/>
            <a:ext cx="10363200" cy="5029200"/>
          </a:xfrm>
        </p:spPr>
        <p:txBody>
          <a:bodyPr tIns="274320" anchor="ctr"/>
          <a:lstStyle>
            <a:lvl1pPr marL="0" indent="0" algn="ctr">
              <a:lnSpc>
                <a:spcPct val="75000"/>
              </a:lnSpc>
              <a:buNone/>
              <a:defRPr sz="9600" b="0" i="0">
                <a:solidFill>
                  <a:schemeClr val="bg1"/>
                </a:solidFill>
                <a:latin typeface="Bebas Neue Regular" panose="020B0606020202050201" pitchFamily="34" charset="77"/>
              </a:defRPr>
            </a:lvl1pPr>
            <a:lvl2pPr marL="457200" indent="0" algn="ctr">
              <a:buNone/>
              <a:defRPr sz="7200">
                <a:solidFill>
                  <a:schemeClr val="bg1"/>
                </a:solidFill>
                <a:latin typeface="Bebas Neue Regular" panose="020B0606020202050201" pitchFamily="34" charset="77"/>
              </a:defRPr>
            </a:lvl2pPr>
            <a:lvl3pPr marL="914400" indent="0" algn="ctr">
              <a:buNone/>
              <a:defRPr sz="7200">
                <a:solidFill>
                  <a:schemeClr val="bg1"/>
                </a:solidFill>
                <a:latin typeface="Bebas Neue Regular" panose="020B0606020202050201" pitchFamily="34" charset="77"/>
              </a:defRPr>
            </a:lvl3pPr>
            <a:lvl4pPr marL="1371600" indent="0" algn="ctr">
              <a:buNone/>
              <a:defRPr sz="7200">
                <a:solidFill>
                  <a:schemeClr val="bg1"/>
                </a:solidFill>
                <a:latin typeface="Bebas Neue Regular" panose="020B0606020202050201" pitchFamily="34" charset="77"/>
              </a:defRPr>
            </a:lvl4pPr>
            <a:lvl5pPr marL="1828800" indent="0" algn="ctr">
              <a:buNone/>
              <a:defRPr sz="7200">
                <a:solidFill>
                  <a:schemeClr val="bg1"/>
                </a:solidFill>
                <a:latin typeface="Bebas Neue Regular" panose="020B0606020202050201" pitchFamily="34" charset="77"/>
              </a:defRPr>
            </a:lvl5pPr>
          </a:lstStyle>
          <a:p>
            <a:pPr lvl="0"/>
            <a:r>
              <a:rPr lang="en-US" dirty="0"/>
              <a:t>Highlight slide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0D597-E181-1540-540A-D18FF5D5E7F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565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ighlight 3"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C00E7B1-958F-7778-294E-076A9A025D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12192000" cy="6858000"/>
          </a:xfrm>
          <a:solidFill>
            <a:schemeClr val="accent3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184B6BA-A80C-2E70-0382-F575739912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14401"/>
            <a:ext cx="10363200" cy="5029200"/>
          </a:xfrm>
        </p:spPr>
        <p:txBody>
          <a:bodyPr tIns="274320" anchor="ctr"/>
          <a:lstStyle>
            <a:lvl1pPr marL="0" indent="0" algn="ctr">
              <a:lnSpc>
                <a:spcPct val="75000"/>
              </a:lnSpc>
              <a:buNone/>
              <a:defRPr sz="9600" b="0" i="0">
                <a:solidFill>
                  <a:schemeClr val="tx2"/>
                </a:solidFill>
                <a:latin typeface="Bebas Neue Regular" panose="020B0606020202050201" pitchFamily="34" charset="77"/>
              </a:defRPr>
            </a:lvl1pPr>
            <a:lvl2pPr marL="457200" indent="0" algn="ctr">
              <a:buNone/>
              <a:defRPr sz="7200">
                <a:solidFill>
                  <a:schemeClr val="bg1"/>
                </a:solidFill>
                <a:latin typeface="Bebas Neue Regular" panose="020B0606020202050201" pitchFamily="34" charset="77"/>
              </a:defRPr>
            </a:lvl2pPr>
            <a:lvl3pPr marL="914400" indent="0" algn="ctr">
              <a:buNone/>
              <a:defRPr sz="7200">
                <a:solidFill>
                  <a:schemeClr val="bg1"/>
                </a:solidFill>
                <a:latin typeface="Bebas Neue Regular" panose="020B0606020202050201" pitchFamily="34" charset="77"/>
              </a:defRPr>
            </a:lvl3pPr>
            <a:lvl4pPr marL="1371600" indent="0" algn="ctr">
              <a:buNone/>
              <a:defRPr sz="7200">
                <a:solidFill>
                  <a:schemeClr val="bg1"/>
                </a:solidFill>
                <a:latin typeface="Bebas Neue Regular" panose="020B0606020202050201" pitchFamily="34" charset="77"/>
              </a:defRPr>
            </a:lvl4pPr>
            <a:lvl5pPr marL="1828800" indent="0" algn="ctr">
              <a:buNone/>
              <a:defRPr sz="7200">
                <a:solidFill>
                  <a:schemeClr val="bg1"/>
                </a:solidFill>
                <a:latin typeface="Bebas Neue Regular" panose="020B0606020202050201" pitchFamily="34" charset="77"/>
              </a:defRPr>
            </a:lvl5pPr>
          </a:lstStyle>
          <a:p>
            <a:pPr lvl="0"/>
            <a:r>
              <a:rPr lang="en-US" dirty="0"/>
              <a:t>Highlight slide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0D597-E181-1540-540A-D18FF5D5E7F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334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ighlight 4"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C00E7B1-958F-7778-294E-076A9A025D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800">
                <a:solidFill>
                  <a:schemeClr val="bg1">
                    <a:alpha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*Change color with ‘Shape Format’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184B6BA-A80C-2E70-0382-F575739912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14401"/>
            <a:ext cx="10363200" cy="5029200"/>
          </a:xfrm>
        </p:spPr>
        <p:txBody>
          <a:bodyPr tIns="274320" anchor="ctr"/>
          <a:lstStyle>
            <a:lvl1pPr marL="0" indent="0" algn="ctr">
              <a:lnSpc>
                <a:spcPct val="75000"/>
              </a:lnSpc>
              <a:buNone/>
              <a:defRPr sz="9600" b="0" i="0">
                <a:solidFill>
                  <a:schemeClr val="bg1"/>
                </a:solidFill>
                <a:latin typeface="Bebas Neue Regular" panose="020B0606020202050201" pitchFamily="34" charset="77"/>
              </a:defRPr>
            </a:lvl1pPr>
            <a:lvl2pPr marL="457200" indent="0" algn="ctr">
              <a:buNone/>
              <a:defRPr sz="7200">
                <a:solidFill>
                  <a:schemeClr val="bg1"/>
                </a:solidFill>
                <a:latin typeface="Bebas Neue Regular" panose="020B0606020202050201" pitchFamily="34" charset="77"/>
              </a:defRPr>
            </a:lvl2pPr>
            <a:lvl3pPr marL="914400" indent="0" algn="ctr">
              <a:buNone/>
              <a:defRPr sz="7200">
                <a:solidFill>
                  <a:schemeClr val="bg1"/>
                </a:solidFill>
                <a:latin typeface="Bebas Neue Regular" panose="020B0606020202050201" pitchFamily="34" charset="77"/>
              </a:defRPr>
            </a:lvl3pPr>
            <a:lvl4pPr marL="1371600" indent="0" algn="ctr">
              <a:buNone/>
              <a:defRPr sz="7200">
                <a:solidFill>
                  <a:schemeClr val="bg1"/>
                </a:solidFill>
                <a:latin typeface="Bebas Neue Regular" panose="020B0606020202050201" pitchFamily="34" charset="77"/>
              </a:defRPr>
            </a:lvl4pPr>
            <a:lvl5pPr marL="1828800" indent="0" algn="ctr">
              <a:buNone/>
              <a:defRPr sz="7200">
                <a:solidFill>
                  <a:schemeClr val="bg1"/>
                </a:solidFill>
                <a:latin typeface="Bebas Neue Regular" panose="020B0606020202050201" pitchFamily="34" charset="77"/>
              </a:defRPr>
            </a:lvl5pPr>
          </a:lstStyle>
          <a:p>
            <a:pPr lvl="0"/>
            <a:r>
              <a:rPr lang="en-US" dirty="0"/>
              <a:t>Highlight slide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0D597-E181-1540-540A-D18FF5D5E7F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312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Sli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B334980-6E41-5FF6-CC2C-25C85346ACB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6610CBF-9A89-EFA0-7283-7BCEB764A8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600200"/>
            <a:ext cx="10360008" cy="4339431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C8C8931-B585-EA8C-BB38-CA397EEF3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008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56207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Sli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7E45A325-D117-0029-3FEA-8DCE350DE47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9811665-029D-5E2B-A10F-3A220CB4C0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71600" y="2057401"/>
            <a:ext cx="9448800" cy="3425032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0F255425-C37E-9452-9EAC-08F7ED6F9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371600"/>
            <a:ext cx="9448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66516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4BFE4C3C-F50D-159D-B34B-9B45CD40E64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79EDD86-740C-3AE1-D354-0AA5812AEB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457199"/>
            <a:ext cx="11274551" cy="5715001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9804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05EBCB5-3521-8B1A-71B8-73DEF68F20E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sz="1400" dirty="0" err="1">
              <a:latin typeface="Libre Franklin" pitchFamily="2" charset="77"/>
            </a:endParaRP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92599B7-6148-2EB4-580F-D3C7184CC2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143000"/>
            <a:ext cx="11274551" cy="50292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280C40C-1FB7-5BC5-3D0E-BB716A12F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4769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itle 283">
            <a:extLst>
              <a:ext uri="{FF2B5EF4-FFF2-40B4-BE49-F238E27FC236}">
                <a16:creationId xmlns:a16="http://schemas.microsoft.com/office/drawing/2014/main" id="{782AA895-D731-7B64-3A4B-9C892A37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3A0ADCF8-9E97-38D5-7974-A2F7047A9A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4" y="1005994"/>
            <a:ext cx="11274552" cy="228600"/>
          </a:xfrm>
        </p:spPr>
        <p:txBody>
          <a:bodyPr anchor="t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Sub-Title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004D4-B7F9-BB2A-8866-0B806394FC6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6236C1FD-C211-1286-37E0-94AC619643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495419"/>
            <a:ext cx="11274551" cy="4676781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00719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-Title -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01C963-5463-92A7-E794-272B846F65E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sz="1400" dirty="0" err="1">
              <a:latin typeface="Libre Franklin" pitchFamily="2" charset="77"/>
            </a:endParaRPr>
          </a:p>
        </p:txBody>
      </p:sp>
      <p:sp>
        <p:nvSpPr>
          <p:cNvPr id="284" name="Title 283">
            <a:extLst>
              <a:ext uri="{FF2B5EF4-FFF2-40B4-BE49-F238E27FC236}">
                <a16:creationId xmlns:a16="http://schemas.microsoft.com/office/drawing/2014/main" id="{782AA895-D731-7B64-3A4B-9C892A37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004D4-B7F9-BB2A-8866-0B806394FC6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22A08DBA-53D3-96FE-A845-C04DCF71A4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495419"/>
            <a:ext cx="11274551" cy="4905379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0E76F291-4622-822A-C0B6-357B0D2413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8" y="1005995"/>
            <a:ext cx="11274552" cy="228600"/>
          </a:xfrm>
        </p:spPr>
        <p:txBody>
          <a:bodyPr/>
          <a:lstStyle>
            <a:lvl1pPr marL="0" indent="0">
              <a:buNone/>
              <a:defRPr/>
            </a:lvl1pPr>
            <a:lvl2pPr marL="283464" indent="0">
              <a:buNone/>
              <a:defRPr/>
            </a:lvl2pPr>
            <a:lvl3pPr marL="564642" indent="0">
              <a:buNone/>
              <a:defRPr/>
            </a:lvl3pPr>
            <a:lvl4pPr marL="848106" indent="0">
              <a:buNone/>
              <a:defRPr/>
            </a:lvl4pPr>
            <a:lvl5pPr marL="1131570" indent="0">
              <a:buNone/>
              <a:defRPr/>
            </a:lvl5pPr>
          </a:lstStyle>
          <a:p>
            <a:pPr lvl="0"/>
            <a:r>
              <a:rPr lang="en-US" dirty="0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940125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- Legac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4BFE4C3C-F50D-159D-B34B-9B45CD40E64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/>
          <a:lstStyle/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237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1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D2F626-B804-F2D7-30B1-0B59E1430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C5C2F-B2FD-5881-9E1F-8AE48141A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46968"/>
            <a:ext cx="11271504" cy="50252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906BB-FD5E-81BD-D957-049A5475F3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96844" y="6400800"/>
            <a:ext cx="1370556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 spc="0" baseline="0">
                <a:solidFill>
                  <a:schemeClr val="bg1">
                    <a:lumMod val="75000"/>
                  </a:schemeClr>
                </a:solidFill>
                <a:latin typeface="Libre Franklin" pitchFamily="2" charset="77"/>
              </a:defRPr>
            </a:lvl1pPr>
          </a:lstStyle>
          <a:p>
            <a:fld id="{BCA3C29A-3613-EE40-A7A9-67EE01C8D46F}" type="datetime4">
              <a:rPr lang="en-US" smtClean="0"/>
              <a:t>June 23,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5411B-13E5-01B2-578A-9241B4079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4600" y="6400800"/>
            <a:ext cx="494980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  <a:latin typeface="Libre Franklin" pitchFamily="2" charset="77"/>
              </a:defRPr>
            </a:lvl1pPr>
          </a:lstStyle>
          <a:p>
            <a:r>
              <a:rPr lang="en-US"/>
              <a:t>Prepared by Americaneagle.com. All contents proprietary and confidential. ©2024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74C76-2084-761C-38ED-280AA38FE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4408" y="6400800"/>
            <a:ext cx="68693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>
                <a:solidFill>
                  <a:schemeClr val="bg1">
                    <a:lumMod val="75000"/>
                  </a:schemeClr>
                </a:solidFill>
                <a:latin typeface="Libre Franklin" pitchFamily="2" charset="77"/>
              </a:defRPr>
            </a:lvl1pPr>
          </a:lstStyle>
          <a:p>
            <a:fld id="{9E91F3BB-F7D0-F649-A242-7709B7249C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1B81E5C-3806-F15E-D7AA-AF48955E1A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230662" y="6406997"/>
            <a:ext cx="1600198" cy="24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753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2" r:id="rId2"/>
    <p:sldLayoutId id="2147483773" r:id="rId3"/>
    <p:sldLayoutId id="2147483659" r:id="rId4"/>
    <p:sldLayoutId id="2147483760" r:id="rId5"/>
    <p:sldLayoutId id="2147483777" r:id="rId6"/>
    <p:sldLayoutId id="2147483785" r:id="rId7"/>
    <p:sldLayoutId id="2147483762" r:id="rId8"/>
    <p:sldLayoutId id="2147483651" r:id="rId9"/>
    <p:sldLayoutId id="2147483652" r:id="rId10"/>
    <p:sldLayoutId id="2147483653" r:id="rId11"/>
    <p:sldLayoutId id="2147483684" r:id="rId12"/>
    <p:sldLayoutId id="2147483685" r:id="rId13"/>
    <p:sldLayoutId id="2147483780" r:id="rId14"/>
    <p:sldLayoutId id="2147483786" r:id="rId15"/>
    <p:sldLayoutId id="2147483781" r:id="rId16"/>
    <p:sldLayoutId id="2147483794" r:id="rId17"/>
    <p:sldLayoutId id="2147483797" r:id="rId18"/>
    <p:sldLayoutId id="2147483798" r:id="rId19"/>
    <p:sldLayoutId id="2147483778" r:id="rId20"/>
    <p:sldLayoutId id="2147483795" r:id="rId21"/>
    <p:sldLayoutId id="2147483757" r:id="rId22"/>
    <p:sldLayoutId id="2147483770" r:id="rId23"/>
    <p:sldLayoutId id="2147483657" r:id="rId24"/>
    <p:sldLayoutId id="2147483655" r:id="rId25"/>
    <p:sldLayoutId id="2147483702" r:id="rId26"/>
    <p:sldLayoutId id="2147483703" r:id="rId27"/>
    <p:sldLayoutId id="2147483707" r:id="rId28"/>
    <p:sldLayoutId id="2147483708" r:id="rId29"/>
    <p:sldLayoutId id="2147483696" r:id="rId30"/>
    <p:sldLayoutId id="2147483697" r:id="rId31"/>
    <p:sldLayoutId id="2147483722" r:id="rId32"/>
    <p:sldLayoutId id="2147483723" r:id="rId33"/>
    <p:sldLayoutId id="2147483724" r:id="rId34"/>
    <p:sldLayoutId id="2147483752" r:id="rId35"/>
    <p:sldLayoutId id="2147483754" r:id="rId36"/>
    <p:sldLayoutId id="2147483751" r:id="rId37"/>
    <p:sldLayoutId id="2147483753" r:id="rId38"/>
    <p:sldLayoutId id="2147483713" r:id="rId39"/>
    <p:sldLayoutId id="2147483725" r:id="rId40"/>
    <p:sldLayoutId id="2147483717" r:id="rId41"/>
    <p:sldLayoutId id="2147483769" r:id="rId42"/>
    <p:sldLayoutId id="2147483755" r:id="rId43"/>
    <p:sldLayoutId id="2147483743" r:id="rId44"/>
    <p:sldLayoutId id="2147483741" r:id="rId45"/>
    <p:sldLayoutId id="2147483742" r:id="rId46"/>
    <p:sldLayoutId id="2147483746" r:id="rId47"/>
    <p:sldLayoutId id="2147483792" r:id="rId48"/>
    <p:sldLayoutId id="2147483791" r:id="rId49"/>
    <p:sldLayoutId id="2147483793" r:id="rId50"/>
    <p:sldLayoutId id="2147483731" r:id="rId51"/>
    <p:sldLayoutId id="2147483733" r:id="rId52"/>
    <p:sldLayoutId id="2147483732" r:id="rId53"/>
    <p:sldLayoutId id="2147483776" r:id="rId54"/>
    <p:sldLayoutId id="2147483674" r:id="rId55"/>
    <p:sldLayoutId id="2147483789" r:id="rId56"/>
    <p:sldLayoutId id="2147483799" r:id="rId57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i="0" kern="1200">
          <a:solidFill>
            <a:schemeClr val="tx2"/>
          </a:solidFill>
          <a:latin typeface="Libre Franklin ExtraBold" pitchFamily="2" charset="77"/>
          <a:ea typeface="+mj-ea"/>
          <a:cs typeface="+mj-cs"/>
        </a:defRPr>
      </a:lvl1pPr>
    </p:titleStyle>
    <p:bodyStyle>
      <a:lvl1pPr marL="283464" indent="-283464" algn="l" defTabSz="283464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Libre Franklin" pitchFamily="2" charset="77"/>
          <a:ea typeface="+mn-ea"/>
          <a:cs typeface="+mn-cs"/>
        </a:defRPr>
      </a:lvl1pPr>
      <a:lvl2pPr marL="566928" indent="-283464" algn="l" defTabSz="283464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Libre Franklin" pitchFamily="2" charset="77"/>
          <a:ea typeface="+mn-ea"/>
          <a:cs typeface="+mn-cs"/>
        </a:defRPr>
      </a:lvl2pPr>
      <a:lvl3pPr marL="850392" indent="-285750" algn="l" defTabSz="283464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Libre Franklin" pitchFamily="2" charset="77"/>
          <a:ea typeface="+mn-ea"/>
          <a:cs typeface="+mn-cs"/>
        </a:defRPr>
      </a:lvl3pPr>
      <a:lvl4pPr marL="1133856" indent="-285750" algn="l" defTabSz="283464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Libre Franklin" pitchFamily="2" charset="77"/>
          <a:ea typeface="+mn-ea"/>
          <a:cs typeface="+mn-cs"/>
        </a:defRPr>
      </a:lvl4pPr>
      <a:lvl5pPr marL="1417320" indent="-285750" algn="l" defTabSz="283464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Libre Franklin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orient="horz" pos="288" userDrawn="1">
          <p15:clr>
            <a:srgbClr val="F26B43"/>
          </p15:clr>
        </p15:guide>
        <p15:guide id="5" orient="horz" pos="576" userDrawn="1">
          <p15:clr>
            <a:srgbClr val="F26B43"/>
          </p15:clr>
        </p15:guide>
        <p15:guide id="6" orient="horz" pos="720" userDrawn="1">
          <p15:clr>
            <a:srgbClr val="F26B43"/>
          </p15:clr>
        </p15:guide>
        <p15:guide id="7" pos="7392" userDrawn="1">
          <p15:clr>
            <a:srgbClr val="F26B43"/>
          </p15:clr>
        </p15:guide>
        <p15:guide id="8" orient="horz" pos="4032" userDrawn="1">
          <p15:clr>
            <a:srgbClr val="F26B43"/>
          </p15:clr>
        </p15:guide>
        <p15:guide id="9" orient="horz" pos="3888" userDrawn="1">
          <p15:clr>
            <a:srgbClr val="F26B43"/>
          </p15:clr>
        </p15:guide>
        <p15:guide id="10" pos="3984" userDrawn="1">
          <p15:clr>
            <a:srgbClr val="F26B43"/>
          </p15:clr>
        </p15:guide>
        <p15:guide id="11" pos="36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AB642-C428-15A2-41C4-F03F6194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 for Developers</a:t>
            </a:r>
          </a:p>
          <a:p>
            <a:r>
              <a:rPr lang="en-US" dirty="0"/>
              <a:t>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BF10A-14BF-04D2-A37B-FEADDCBB9A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CLAUDE.md, context optimisation, and the workflows that make Claude actually useful</a:t>
            </a:r>
          </a:p>
          <a:p>
            <a:r>
              <a:rPr lang="en-US" dirty="0"/>
              <a:t>Nona Dzhurkova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FE29A-DC1C-EADD-A7C2-C2C8E38E196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F62A640-FB43-9845-B963-5E976C91604A}" type="datetime4">
              <a:rPr lang="en-US" smtClean="0"/>
              <a:t>June 23,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BF2F3-D82A-0D9D-C844-988A871F4C6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l"/>
            <a:r>
              <a:rPr lang="en-US" dirty="0"/>
              <a:t>Prepared by Americaneagle.com. All contents proprietary and confidential. ©2026</a:t>
            </a:r>
          </a:p>
        </p:txBody>
      </p:sp>
    </p:spTree>
    <p:extLst>
      <p:ext uri="{BB962C8B-B14F-4D97-AF65-F5344CB8AC3E}">
        <p14:creationId xmlns:p14="http://schemas.microsoft.com/office/powerpoint/2010/main" val="1168626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35DCB-2237-F7E6-79DD-6B19FADDC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we'll cover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203DB-505E-81D3-7C5F-676B749D675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500" b="1" dirty="0"/>
              <a:t>How Claude fits into your workflow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/>
              <a:t>Surfaces &amp; models (Code, API, chat)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/>
              <a:t>The core loop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/>
              <a:t>CLAUDE.md — what, where, what goes inside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/>
              <a:t>.claudeignore — the honest answer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/>
              <a:t>Optimisations &amp; context hygiene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/>
              <a:t>Power features: slash commands, subagents, hooks, MCP, skills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/>
              <a:t>Common pitfalls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/>
              <a:t>API best practices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/>
              <a:t>Cheat sheet</a:t>
            </a:r>
          </a:p>
        </p:txBody>
      </p:sp>
    </p:spTree>
    <p:extLst>
      <p:ext uri="{BB962C8B-B14F-4D97-AF65-F5344CB8AC3E}">
        <p14:creationId xmlns:p14="http://schemas.microsoft.com/office/powerpoint/2010/main" val="3600909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56B49AE-9A6B-8752-B3A1-5E0179185B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091261" y="1143000"/>
            <a:ext cx="2644560" cy="50292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5619A-220C-588F-7907-EC48F13D45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7200" y="1143000"/>
            <a:ext cx="264456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Pair programmer</a:t>
            </a:r>
          </a:p>
          <a:p>
            <a:pPr>
              <a:buNone/>
            </a:pPr>
            <a:endParaRPr lang="en-US" b="1" dirty="0"/>
          </a:p>
          <a:p>
            <a:pPr>
              <a:spcAft>
                <a:spcPts val="600"/>
              </a:spcAft>
              <a:buNone/>
            </a:pPr>
            <a:r>
              <a:rPr lang="en-US" dirty="0"/>
              <a:t>Plans with you, drafts code, runs tests, fixes what fails. Stays in the loop — you stay in control.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/>
              <a:t>Works from your spec or a rough sketch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/>
              <a:t>Reads context from CLAUDE.md and existing code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/>
              <a:t>Asks before touching anything risky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C7F80A-3624-9960-2B02-257EA4600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 anchor="t">
            <a:normAutofit/>
          </a:bodyPr>
          <a:lstStyle/>
          <a:p>
            <a:r>
              <a:rPr lang="en-US" dirty="0"/>
              <a:t>How Claude fits in your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BEAA1-1D86-FF29-3FDA-42D0113870A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35220" y="1143000"/>
            <a:ext cx="264456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Tireless reviewer</a:t>
            </a:r>
          </a:p>
          <a:p>
            <a:pPr>
              <a:buNone/>
            </a:pPr>
            <a:endParaRPr lang="en-US" b="1" dirty="0"/>
          </a:p>
          <a:p>
            <a:pPr>
              <a:spcAft>
                <a:spcPts val="600"/>
              </a:spcAft>
              <a:buNone/>
            </a:pPr>
            <a:r>
              <a:rPr lang="en-US" dirty="0"/>
              <a:t>Audits diffs, spots edge cases, suggests refactors. Treats your CLAUDE.md as the standard to enforce.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/>
              <a:t>Flags missing tests and untyped boundaries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/>
              <a:t>Catches subtle regressions in long diffs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/>
              <a:t>Never tires on the 12th PR of the day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58765-A9F9-13A7-0238-F3C050EF55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13240" y="1143000"/>
            <a:ext cx="264456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Codebase explainer</a:t>
            </a:r>
          </a:p>
          <a:p>
            <a:pPr>
              <a:buNone/>
            </a:pPr>
            <a:endParaRPr lang="en-US" b="1" dirty="0"/>
          </a:p>
          <a:p>
            <a:pPr>
              <a:spcAft>
                <a:spcPts val="600"/>
              </a:spcAft>
              <a:buNone/>
            </a:pPr>
            <a:r>
              <a:rPr lang="en-US" dirty="0"/>
              <a:t>Reads unfamiliar repos and explains them. Faster than grep, more accurate than guessing.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/>
              <a:t>Traces a feature end-to-end across files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 err="1"/>
              <a:t>Summarises</a:t>
            </a:r>
            <a:r>
              <a:rPr lang="en-US" dirty="0"/>
              <a:t> modules, callers, and side effects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/>
              <a:t>Onboards new hires without senior time</a:t>
            </a:r>
          </a:p>
        </p:txBody>
      </p:sp>
    </p:spTree>
    <p:extLst>
      <p:ext uri="{BB962C8B-B14F-4D97-AF65-F5344CB8AC3E}">
        <p14:creationId xmlns:p14="http://schemas.microsoft.com/office/powerpoint/2010/main" val="2872012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AE1A91-43C6-BB22-5317-92901B0A9BA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091261" y="1143000"/>
            <a:ext cx="264456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Marketing</a:t>
            </a:r>
          </a:p>
          <a:p>
            <a:pPr>
              <a:buNone/>
            </a:pPr>
            <a:endParaRPr lang="en-US" b="1" dirty="0"/>
          </a:p>
          <a:p>
            <a:pPr>
              <a:spcAft>
                <a:spcPts val="600"/>
              </a:spcAft>
              <a:buNone/>
            </a:pPr>
            <a:r>
              <a:rPr lang="en-US" dirty="0"/>
              <a:t>Drafts campaigns, repurposes content, and keeps voice consistent across channels.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/>
              <a:t>Blog posts, emails, social, ad copy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/>
              <a:t>Repurposes one asset into many formats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 err="1"/>
              <a:t>Localises</a:t>
            </a:r>
            <a:r>
              <a:rPr lang="en-US" dirty="0"/>
              <a:t> and adapts tone by audience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8A483-36B2-265A-D8A9-CF32F8F7BDD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7200" y="1143000"/>
            <a:ext cx="264456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QA</a:t>
            </a:r>
          </a:p>
          <a:p>
            <a:pPr>
              <a:buNone/>
            </a:pPr>
            <a:endParaRPr lang="en-US" b="1" dirty="0"/>
          </a:p>
          <a:p>
            <a:pPr>
              <a:spcAft>
                <a:spcPts val="600"/>
              </a:spcAft>
              <a:buNone/>
            </a:pPr>
            <a:r>
              <a:rPr lang="en-US" dirty="0"/>
              <a:t>Generates test cases from requirements and explores edges humans miss.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/>
              <a:t>Drafts unit, integration, and E2E specs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/>
              <a:t>Turns bug reports into reproductions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/>
              <a:t>Reviews coverage gaps in pull requests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EC25D-1710-33EE-F2CD-834E6DBEC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 anchor="t">
            <a:normAutofit/>
          </a:bodyPr>
          <a:lstStyle/>
          <a:p>
            <a:r>
              <a:rPr lang="en-US" dirty="0"/>
              <a:t>…and beyond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2F9B-E1C7-CB78-4B9A-8C8A136569D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35220" y="1143000"/>
            <a:ext cx="264456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BA / Product</a:t>
            </a:r>
          </a:p>
          <a:p>
            <a:pPr>
              <a:buNone/>
            </a:pPr>
            <a:endParaRPr lang="en-US" b="1" dirty="0"/>
          </a:p>
          <a:p>
            <a:pPr>
              <a:spcAft>
                <a:spcPts val="600"/>
              </a:spcAft>
              <a:buNone/>
            </a:pPr>
            <a:r>
              <a:rPr lang="en-US" dirty="0"/>
              <a:t>Turns stakeholder notes into structured requirements and user stories.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/>
              <a:t>Drafts PRDs, acceptance criteria, flows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 err="1"/>
              <a:t>Summarises</a:t>
            </a:r>
            <a:r>
              <a:rPr lang="en-US" dirty="0"/>
              <a:t> interviews and feedback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/>
              <a:t>Pressure-tests scope against goals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889C26-E947-0ECE-D763-5C24518C4C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13240" y="1143000"/>
            <a:ext cx="264456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SEO</a:t>
            </a:r>
          </a:p>
          <a:p>
            <a:pPr>
              <a:buNone/>
            </a:pPr>
            <a:endParaRPr lang="en-US" b="1" dirty="0"/>
          </a:p>
          <a:p>
            <a:pPr>
              <a:spcAft>
                <a:spcPts val="600"/>
              </a:spcAft>
              <a:buNone/>
            </a:pPr>
            <a:r>
              <a:rPr lang="en-US" dirty="0"/>
              <a:t>Audits pages, clusters keywords, and writes briefs the content team can use.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/>
              <a:t>Analyses SERPs and competitor pages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/>
              <a:t>Builds topic clusters and internal links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dirty="0"/>
              <a:t>Drafts metadata and schema markup</a:t>
            </a:r>
          </a:p>
        </p:txBody>
      </p:sp>
    </p:spTree>
    <p:extLst>
      <p:ext uri="{BB962C8B-B14F-4D97-AF65-F5344CB8AC3E}">
        <p14:creationId xmlns:p14="http://schemas.microsoft.com/office/powerpoint/2010/main" val="1763954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91E4101-7400-60EB-A56B-5BEBD3490F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4514928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DC2F84-29BA-9332-88F6-047ED4A0C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609936" cy="4572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/>
              <a:t>Pick the right surface for the job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28E821-639D-584A-B705-D29C0F6A30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10" y="1143000"/>
            <a:ext cx="3600527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Claude API &amp; Apps</a:t>
            </a:r>
          </a:p>
          <a:p>
            <a:pPr>
              <a:buNone/>
            </a:pPr>
            <a:r>
              <a:rPr lang="en-US" i="1" dirty="0"/>
              <a:t>Programmatic access + integrations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SDKs for Python, TS, etc.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Tool use &amp; structured output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Lives in Slack, Office, desktop apps</a:t>
            </a:r>
          </a:p>
          <a:p>
            <a:pPr>
              <a:spcBef>
                <a:spcPts val="400"/>
              </a:spcBef>
              <a:buNone/>
            </a:pPr>
            <a:r>
              <a:rPr lang="en-US" b="1" dirty="0"/>
              <a:t>Best for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Devs: app integration at scale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Non-</a:t>
            </a:r>
            <a:r>
              <a:rPr lang="en-US" dirty="0" err="1"/>
              <a:t>devs</a:t>
            </a:r>
            <a:r>
              <a:rPr lang="en-US" dirty="0"/>
              <a:t>: no-code via Zapier, Make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F9410-9DD5-D763-6F33-EC5D45B197E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458353" y="457200"/>
            <a:ext cx="3276448" cy="5715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Claude.ai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i="1" dirty="0"/>
              <a:t>Browser chat, Projects, Connectors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Upload files, connect Drive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Projects = shared context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Connectors: Gmail, Slack, Jira, Notion</a:t>
            </a:r>
          </a:p>
          <a:p>
            <a:pPr>
              <a:spcBef>
                <a:spcPts val="400"/>
              </a:spcBef>
              <a:buNone/>
            </a:pPr>
            <a:r>
              <a:rPr lang="en-US" b="1" dirty="0"/>
              <a:t>Best for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Anyone: research &amp; drafting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Teams: shared knowledge base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6705D-2768-7EF2-EC0A-E0A2121AB6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962714" y="457200"/>
            <a:ext cx="3267037" cy="5715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Claude Code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i="1" dirty="0"/>
              <a:t>Terminal, in your repo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Reads &amp; edits files directly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Runs commands, tests, git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Loads CLAUDE.md automatically</a:t>
            </a:r>
          </a:p>
          <a:p>
            <a:pPr>
              <a:spcBef>
                <a:spcPts val="400"/>
              </a:spcBef>
              <a:buNone/>
            </a:pPr>
            <a:r>
              <a:rPr lang="en-US" b="1" dirty="0"/>
              <a:t>Best for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Devs: shipping software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Ops &amp; data: scripted workflows</a:t>
            </a:r>
          </a:p>
        </p:txBody>
      </p:sp>
    </p:spTree>
    <p:extLst>
      <p:ext uri="{BB962C8B-B14F-4D97-AF65-F5344CB8AC3E}">
        <p14:creationId xmlns:p14="http://schemas.microsoft.com/office/powerpoint/2010/main" val="120984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D05C2BC-10DC-AD0C-5DEC-3E582E01C0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77072" y="0"/>
            <a:ext cx="4514928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C75FFA-E00E-357A-CAD5-A6FD9BCEC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956300" cy="4572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/>
              <a:t>Claude shows up everywhere you work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F893B9-2827-3509-6AB9-80772E9E7D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143000"/>
            <a:ext cx="3267037" cy="5029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In your stack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1"/>
              <a:t>Anthropic API</a:t>
            </a:r>
            <a:r>
              <a:rPr lang="en-US"/>
              <a:t> — direct SDK access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1"/>
              <a:t>AWS Bedrock</a:t>
            </a:r>
            <a:r>
              <a:rPr lang="en-US"/>
              <a:t> — enterprise hosting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1"/>
              <a:t>Vertex AI</a:t>
            </a:r>
            <a:r>
              <a:rPr lang="en-US"/>
              <a:t> — Google Cloud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1"/>
              <a:t>Microsoft Foundry</a:t>
            </a:r>
            <a:r>
              <a:rPr lang="en-US"/>
              <a:t> — Azure integration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1"/>
              <a:t>Agent SDK</a:t>
            </a:r>
            <a:r>
              <a:rPr lang="en-US"/>
              <a:t> — build your own agents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i="1"/>
              <a:t>Same model, your infra.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02DB7-B54F-2663-6C66-0280AD7F290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34273" y="457200"/>
            <a:ext cx="3600528" cy="5715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In Office &amp; the browser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1"/>
              <a:t>PowerPoint add-in</a:t>
            </a:r>
            <a:r>
              <a:rPr lang="en-US"/>
              <a:t> — built this deck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1"/>
              <a:t>Excel add-in</a:t>
            </a:r>
            <a:r>
              <a:rPr lang="en-US"/>
              <a:t> — formulas, models, charts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1"/>
              <a:t>Word, Outlook</a:t>
            </a:r>
            <a:r>
              <a:rPr lang="en-US"/>
              <a:t> — drafting, meeting prep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1"/>
              <a:t>Chrome extension</a:t>
            </a:r>
            <a:r>
              <a:rPr lang="en-US"/>
              <a:t> — Claude on any webpage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1"/>
              <a:t>Mobile app</a:t>
            </a:r>
            <a:r>
              <a:rPr lang="en-US"/>
              <a:t> — iOS, Android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i="1"/>
              <a:t>Surfaces talk to each other via MCP.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AF6A8-78A8-53FD-85C9-21124F2B1BE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52835" y="1263650"/>
            <a:ext cx="3267037" cy="49085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In your editor</a:t>
            </a:r>
          </a:p>
          <a:p>
            <a:pPr>
              <a:spcAft>
                <a:spcPts val="600"/>
              </a:spcAft>
              <a:buNone/>
            </a:pPr>
            <a:endParaRPr lang="en-US" dirty="0"/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1" dirty="0"/>
              <a:t>Claude Code CLI</a:t>
            </a:r>
            <a:r>
              <a:rPr lang="en-US" dirty="0"/>
              <a:t> — terminal-first agent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1" dirty="0"/>
              <a:t>VS Code extension</a:t>
            </a:r>
            <a:r>
              <a:rPr lang="en-US" dirty="0"/>
              <a:t> — sidebar chat, inline edits, diff view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1" dirty="0"/>
              <a:t>JetBrains plugin</a:t>
            </a:r>
            <a:r>
              <a:rPr lang="en-US" dirty="0"/>
              <a:t> — IntelliJ, PyCharm, WebStorm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1" dirty="0"/>
              <a:t>GitHub Actions</a:t>
            </a:r>
            <a:r>
              <a:rPr lang="en-US" dirty="0"/>
              <a:t> — PR reviews, issue triage</a:t>
            </a:r>
          </a:p>
          <a:p>
            <a:pPr>
              <a:spcAft>
                <a:spcPts val="600"/>
              </a:spcAft>
              <a:buNone/>
            </a:pPr>
            <a:endParaRPr lang="en-US" dirty="0"/>
          </a:p>
          <a:p>
            <a:pPr>
              <a:spcAft>
                <a:spcPts val="600"/>
              </a:spcAft>
              <a:buNone/>
            </a:pPr>
            <a:r>
              <a:rPr lang="en-US" i="1" dirty="0"/>
              <a:t>Same CLAUDE.md, different UI.</a:t>
            </a:r>
          </a:p>
        </p:txBody>
      </p:sp>
    </p:spTree>
    <p:extLst>
      <p:ext uri="{BB962C8B-B14F-4D97-AF65-F5344CB8AC3E}">
        <p14:creationId xmlns:p14="http://schemas.microsoft.com/office/powerpoint/2010/main" val="24291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743414-D553-4382-ACCE-47A8609BF12D}"/>
              </a:ext>
            </a:extLst>
          </p:cNvPr>
          <p:cNvSpPr/>
          <p:nvPr/>
        </p:nvSpPr>
        <p:spPr>
          <a:xfrm>
            <a:off x="0" y="0"/>
            <a:ext cx="35658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vert="horz" lIns="91440" tIns="91440" rIns="91440" bIns="91440" rtlCol="0" anchorCtr="0">
            <a:normAutofit/>
          </a:bodyPr>
          <a:lstStyle/>
          <a:p>
            <a:pPr defTabSz="283464">
              <a:spcAft>
                <a:spcPts val="600"/>
              </a:spcAft>
            </a:pPr>
            <a:r>
              <a:rPr lang="en-US" sz="800" b="0" i="0" kern="1200">
                <a:solidFill>
                  <a:schemeClr val="bg1">
                    <a:alpha val="25000"/>
                  </a:schemeClr>
                </a:solidFill>
                <a:latin typeface="Libre Franklin" pitchFamily="2" charset="77"/>
                <a:ea typeface="+mn-ea"/>
                <a:cs typeface="+mn-cs"/>
              </a:rPr>
              <a:t>Rule of thumb:  start on Sonnet  →  drop to Haiku for volume  →  escalate to Opus for hard problems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724CA-B356-5922-75A3-4F3081B4F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2640489" cy="457200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b="1" i="0" kern="1200">
                <a:latin typeface="Libre Franklin ExtraBold" pitchFamily="2" charset="77"/>
                <a:ea typeface="+mj-ea"/>
                <a:cs typeface="+mj-cs"/>
              </a:rPr>
              <a:t>Models: which Claude when?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46ECBB-1E65-B4D5-5359-0082735B182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200" y="1142999"/>
            <a:ext cx="2640490" cy="5029201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Opus 4.8</a:t>
            </a:r>
          </a:p>
          <a:p>
            <a:pPr>
              <a:spcAft>
                <a:spcPts val="600"/>
              </a:spcAft>
            </a:pPr>
            <a:r>
              <a:rPr lang="en-US"/>
              <a:t>The flagship — escalate to it</a:t>
            </a:r>
          </a:p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r>
              <a:rPr lang="en-US"/>
              <a:t>$5 / $25 per MTok • 1M ctx • top SWE-bench</a:t>
            </a:r>
          </a:p>
          <a:p>
            <a:pPr>
              <a:spcAft>
                <a:spcPts val="600"/>
              </a:spcAft>
            </a:pPr>
            <a:r>
              <a:rPr lang="en-US"/>
              <a:t>Devs</a:t>
            </a:r>
          </a:p>
          <a:p>
            <a:pPr marL="228600">
              <a:spcAft>
                <a:spcPts val="600"/>
              </a:spcAft>
            </a:pPr>
            <a:r>
              <a:rPr lang="en-US"/>
              <a:t>Architecture, hard refactors, big codebases</a:t>
            </a:r>
          </a:p>
          <a:p>
            <a:pPr marL="228600">
              <a:spcAft>
                <a:spcPts val="600"/>
              </a:spcAft>
            </a:pPr>
            <a:r>
              <a:rPr lang="en-US"/>
              <a:t>Long agentic sessions / agent teams</a:t>
            </a:r>
          </a:p>
          <a:p>
            <a:pPr>
              <a:spcAft>
                <a:spcPts val="600"/>
              </a:spcAft>
            </a:pPr>
            <a:r>
              <a:rPr lang="en-US"/>
              <a:t>Non-devs</a:t>
            </a:r>
          </a:p>
          <a:p>
            <a:pPr marL="228600">
              <a:spcAft>
                <a:spcPts val="600"/>
              </a:spcAft>
            </a:pPr>
            <a:r>
              <a:rPr lang="en-US"/>
              <a:t>Deep research across many sources</a:t>
            </a:r>
          </a:p>
          <a:p>
            <a:pPr marL="228600">
              <a:spcAft>
                <a:spcPts val="600"/>
              </a:spcAft>
            </a:pPr>
            <a:r>
              <a:rPr lang="en-US"/>
              <a:t>Complex multi-step strategy or analysis</a:t>
            </a:r>
          </a:p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r>
              <a:rPr lang="en-US"/>
              <a:t>~4× more reliable than Opus 4.7.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A6592-4C27-4E27-3666-1E761E2201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32888" y="457199"/>
            <a:ext cx="3725083" cy="5715001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Haiku 4.5</a:t>
            </a:r>
          </a:p>
          <a:p>
            <a:pPr>
              <a:spcAft>
                <a:spcPts val="600"/>
              </a:spcAft>
            </a:pPr>
            <a:r>
              <a:rPr lang="en-US"/>
              <a:t>The volume workhorse</a:t>
            </a:r>
          </a:p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r>
              <a:rPr lang="en-US"/>
              <a:t>$1 / $5 per MTok • 200K ctx • fastest tier</a:t>
            </a:r>
          </a:p>
          <a:p>
            <a:pPr>
              <a:spcAft>
                <a:spcPts val="600"/>
              </a:spcAft>
            </a:pPr>
            <a:r>
              <a:rPr lang="en-US"/>
              <a:t>Devs</a:t>
            </a:r>
          </a:p>
          <a:p>
            <a:pPr marL="228600">
              <a:spcAft>
                <a:spcPts val="600"/>
              </a:spcAft>
            </a:pPr>
            <a:r>
              <a:rPr lang="en-US"/>
              <a:t>Classification, routing, light extraction</a:t>
            </a:r>
          </a:p>
          <a:p>
            <a:pPr marL="228600">
              <a:spcAft>
                <a:spcPts val="600"/>
              </a:spcAft>
            </a:pPr>
            <a:r>
              <a:rPr lang="en-US"/>
              <a:t>Cheap layer in front of bigger models</a:t>
            </a:r>
          </a:p>
          <a:p>
            <a:pPr>
              <a:spcAft>
                <a:spcPts val="600"/>
              </a:spcAft>
            </a:pPr>
            <a:r>
              <a:rPr lang="en-US"/>
              <a:t>Non-devs</a:t>
            </a:r>
          </a:p>
          <a:p>
            <a:pPr marL="228600">
              <a:spcAft>
                <a:spcPts val="600"/>
              </a:spcAft>
            </a:pPr>
            <a:r>
              <a:rPr lang="en-US"/>
              <a:t>Tagging &amp; sorting bulk emails or tickets</a:t>
            </a:r>
          </a:p>
          <a:p>
            <a:pPr marL="228600">
              <a:spcAft>
                <a:spcPts val="600"/>
              </a:spcAft>
            </a:pPr>
            <a:r>
              <a:rPr lang="en-US"/>
              <a:t>Quick Q&amp;A over a doc or PDF</a:t>
            </a:r>
          </a:p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r>
              <a:rPr lang="en-US"/>
              <a:t>Skip for: multi-step reasoning, complex codegen.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F43D1-45B2-78BC-2329-AA8F2487AFF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998344" y="457199"/>
            <a:ext cx="3725083" cy="5715001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Sonnet 4.6</a:t>
            </a:r>
          </a:p>
          <a:p>
            <a:pPr>
              <a:spcAft>
                <a:spcPts val="600"/>
              </a:spcAft>
            </a:pPr>
            <a:r>
              <a:rPr lang="en-US"/>
              <a:t>The default — start here</a:t>
            </a:r>
          </a:p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r>
              <a:rPr lang="en-US"/>
              <a:t>$3 / $15 per MTok • 200K (1M beta) • 79.6% SWE-bench</a:t>
            </a:r>
          </a:p>
          <a:p>
            <a:pPr>
              <a:spcAft>
                <a:spcPts val="600"/>
              </a:spcAft>
            </a:pPr>
            <a:r>
              <a:rPr lang="en-US"/>
              <a:t>Devs</a:t>
            </a:r>
          </a:p>
          <a:p>
            <a:pPr marL="228600">
              <a:spcAft>
                <a:spcPts val="600"/>
              </a:spcAft>
            </a:pPr>
            <a:r>
              <a:rPr lang="en-US"/>
              <a:t>Day-to-day coding in Claude Code</a:t>
            </a:r>
          </a:p>
          <a:p>
            <a:pPr marL="228600">
              <a:spcAft>
                <a:spcPts val="600"/>
              </a:spcAft>
            </a:pPr>
            <a:r>
              <a:rPr lang="en-US"/>
              <a:t>Feature work, refactors, bug fixes</a:t>
            </a:r>
          </a:p>
          <a:p>
            <a:pPr>
              <a:spcAft>
                <a:spcPts val="600"/>
              </a:spcAft>
            </a:pPr>
            <a:r>
              <a:rPr lang="en-US"/>
              <a:t>Non-devs</a:t>
            </a:r>
          </a:p>
          <a:p>
            <a:pPr marL="228600">
              <a:spcAft>
                <a:spcPts val="600"/>
              </a:spcAft>
            </a:pPr>
            <a:r>
              <a:rPr lang="en-US"/>
              <a:t>Drafting, editing, summarising</a:t>
            </a:r>
          </a:p>
          <a:p>
            <a:pPr marL="228600">
              <a:spcAft>
                <a:spcPts val="600"/>
              </a:spcAft>
            </a:pPr>
            <a:r>
              <a:rPr lang="en-US"/>
              <a:t>Doc analysis, research, RAG answers</a:t>
            </a:r>
          </a:p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r>
              <a:rPr lang="en-US"/>
              <a:t>Within 1.2 pts of Opus at 40% the cost.</a:t>
            </a:r>
          </a:p>
        </p:txBody>
      </p:sp>
    </p:spTree>
    <p:extLst>
      <p:ext uri="{BB962C8B-B14F-4D97-AF65-F5344CB8AC3E}">
        <p14:creationId xmlns:p14="http://schemas.microsoft.com/office/powerpoint/2010/main" val="603513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731C16-9B79-99F1-C8FB-D8A29AE98A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091261" y="1143000"/>
            <a:ext cx="264456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04</a:t>
            </a:r>
          </a:p>
          <a:p>
            <a:pPr>
              <a:buNone/>
            </a:pPr>
            <a:r>
              <a:rPr lang="en-US" b="1"/>
              <a:t>Iterate</a:t>
            </a:r>
          </a:p>
          <a:p>
            <a:pPr>
              <a:spcAft>
                <a:spcPts val="400"/>
              </a:spcAft>
              <a:buNone/>
            </a:pPr>
            <a:r>
              <a:rPr lang="en-US"/>
              <a:t>Review, refine, course-correct. When Claude goes off-track, start a fresh thread — don't pile fixes.</a:t>
            </a:r>
          </a:p>
          <a:p>
            <a:pPr>
              <a:spcBef>
                <a:spcPts val="300"/>
              </a:spcBef>
              <a:buNone/>
            </a:pPr>
            <a:r>
              <a:rPr lang="en-US" b="1"/>
              <a:t>Devs</a:t>
            </a:r>
          </a:p>
          <a:p>
            <a:pPr>
              <a:buNone/>
            </a:pPr>
            <a:r>
              <a:rPr lang="en-US"/>
              <a:t>Use /rewind in Claude Code to roll back</a:t>
            </a:r>
          </a:p>
          <a:p>
            <a:pPr>
              <a:spcBef>
                <a:spcPts val="300"/>
              </a:spcBef>
              <a:buNone/>
            </a:pPr>
            <a:r>
              <a:rPr lang="en-US" b="1"/>
              <a:t>Non-devs</a:t>
            </a:r>
          </a:p>
          <a:p>
            <a:pPr>
              <a:buNone/>
            </a:pPr>
            <a:r>
              <a:rPr lang="en-US"/>
              <a:t>Restart with a tighter, cleaner prompt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FDD99-58E9-7DD8-3232-1A24332C87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7200" y="1143000"/>
            <a:ext cx="264456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01</a:t>
            </a:r>
          </a:p>
          <a:p>
            <a:pPr>
              <a:buNone/>
            </a:pPr>
            <a:r>
              <a:rPr lang="en-US" b="1"/>
              <a:t>Plan</a:t>
            </a:r>
          </a:p>
          <a:p>
            <a:pPr>
              <a:spcAft>
                <a:spcPts val="400"/>
              </a:spcAft>
              <a:buNone/>
            </a:pPr>
            <a:r>
              <a:rPr lang="en-US"/>
              <a:t>Get the approach right before you act. Ask Claude to think it through — and push back if something feels off.</a:t>
            </a:r>
          </a:p>
          <a:p>
            <a:pPr>
              <a:spcBef>
                <a:spcPts val="300"/>
              </a:spcBef>
              <a:buNone/>
            </a:pPr>
            <a:r>
              <a:rPr lang="en-US" b="1"/>
              <a:t>Devs</a:t>
            </a:r>
          </a:p>
          <a:p>
            <a:pPr>
              <a:buNone/>
            </a:pPr>
            <a:r>
              <a:rPr lang="en-US"/>
              <a:t>Use plan mode before any code runs</a:t>
            </a:r>
          </a:p>
          <a:p>
            <a:pPr>
              <a:spcBef>
                <a:spcPts val="300"/>
              </a:spcBef>
              <a:buNone/>
            </a:pPr>
            <a:r>
              <a:rPr lang="en-US" b="1"/>
              <a:t>Non-devs</a:t>
            </a:r>
          </a:p>
          <a:p>
            <a:pPr>
              <a:buNone/>
            </a:pPr>
            <a:r>
              <a:rPr lang="en-US"/>
              <a:t>Ask for an outline or strategy first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862516-A5DD-40EB-1B4C-3D554070E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 anchor="t">
            <a:normAutofit/>
          </a:bodyPr>
          <a:lstStyle/>
          <a:p>
            <a:r>
              <a:rPr lang="en-US" dirty="0"/>
              <a:t>The core loop: Plan → Context → Ask → Iterate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E6396-1D1F-3568-F890-E4A6A1F14D1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35220" y="1143000"/>
            <a:ext cx="264456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02</a:t>
            </a:r>
          </a:p>
          <a:p>
            <a:pPr>
              <a:buNone/>
            </a:pPr>
            <a:r>
              <a:rPr lang="en-US" b="1"/>
              <a:t>Context</a:t>
            </a:r>
          </a:p>
          <a:p>
            <a:pPr>
              <a:spcAft>
                <a:spcPts val="400"/>
              </a:spcAft>
              <a:buNone/>
            </a:pPr>
            <a:r>
              <a:rPr lang="en-US"/>
              <a:t>Give Claude what it needs. The right background, docs, and constraints save more time than a perfect prompt.</a:t>
            </a:r>
          </a:p>
          <a:p>
            <a:pPr>
              <a:spcBef>
                <a:spcPts val="300"/>
              </a:spcBef>
              <a:buNone/>
            </a:pPr>
            <a:r>
              <a:rPr lang="en-US" b="1"/>
              <a:t>Devs</a:t>
            </a:r>
          </a:p>
          <a:p>
            <a:pPr>
              <a:buNone/>
            </a:pPr>
            <a:r>
              <a:rPr lang="en-US"/>
              <a:t>Point at the relevant files and paths</a:t>
            </a:r>
          </a:p>
          <a:p>
            <a:pPr>
              <a:spcBef>
                <a:spcPts val="300"/>
              </a:spcBef>
              <a:buNone/>
            </a:pPr>
            <a:r>
              <a:rPr lang="en-US" b="1"/>
              <a:t>Non-devs</a:t>
            </a:r>
          </a:p>
          <a:p>
            <a:pPr>
              <a:buNone/>
            </a:pPr>
            <a:r>
              <a:rPr lang="en-US"/>
              <a:t>Upload the brief, doc, or data you have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5A8F1-8EBF-3C23-C4BC-E8E9E5F2D32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13240" y="1143000"/>
            <a:ext cx="264456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03</a:t>
            </a:r>
          </a:p>
          <a:p>
            <a:pPr>
              <a:buNone/>
            </a:pPr>
            <a:r>
              <a:rPr lang="en-US" b="1"/>
              <a:t>Ask</a:t>
            </a:r>
          </a:p>
          <a:p>
            <a:pPr>
              <a:spcAft>
                <a:spcPts val="400"/>
              </a:spcAft>
              <a:buNone/>
            </a:pPr>
            <a:r>
              <a:rPr lang="en-US"/>
              <a:t>Be specific. State the goal, constraints, and what done looks like. Examples beat adjectives.</a:t>
            </a:r>
          </a:p>
          <a:p>
            <a:pPr>
              <a:spcBef>
                <a:spcPts val="300"/>
              </a:spcBef>
              <a:buNone/>
            </a:pPr>
            <a:r>
              <a:rPr lang="en-US" b="1"/>
              <a:t>Devs</a:t>
            </a:r>
          </a:p>
          <a:p>
            <a:pPr>
              <a:buNone/>
            </a:pPr>
            <a:r>
              <a:rPr lang="en-US"/>
              <a:t>Name the file, function, or behaviour</a:t>
            </a:r>
          </a:p>
          <a:p>
            <a:pPr>
              <a:spcBef>
                <a:spcPts val="300"/>
              </a:spcBef>
              <a:buNone/>
            </a:pPr>
            <a:r>
              <a:rPr lang="en-US" b="1"/>
              <a:t>Non-devs</a:t>
            </a:r>
          </a:p>
          <a:p>
            <a:pPr>
              <a:buNone/>
            </a:pPr>
            <a:r>
              <a:rPr lang="en-US"/>
              <a:t>Name the audience, tone, and format</a:t>
            </a:r>
          </a:p>
        </p:txBody>
      </p:sp>
    </p:spTree>
    <p:extLst>
      <p:ext uri="{BB962C8B-B14F-4D97-AF65-F5344CB8AC3E}">
        <p14:creationId xmlns:p14="http://schemas.microsoft.com/office/powerpoint/2010/main" val="845897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3F67C-0B96-E938-F12C-B2CA5B9E0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CLAUDE.md</a:t>
            </a:r>
          </a:p>
          <a:p>
            <a:r>
              <a:rPr lang="en-US" dirty="0"/>
              <a:t>Your project's memory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F18C7-C6AA-E8AA-45A1-5C9A9D762C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The single most impactful file you can add to a repo using Claude Code</a:t>
            </a:r>
          </a:p>
        </p:txBody>
      </p:sp>
    </p:spTree>
    <p:extLst>
      <p:ext uri="{BB962C8B-B14F-4D97-AF65-F5344CB8AC3E}">
        <p14:creationId xmlns:p14="http://schemas.microsoft.com/office/powerpoint/2010/main" val="3239084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DB869B-6440-2A44-9CF0-BE964A831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4724400" cy="5038725"/>
          </a:xfrm>
        </p:spPr>
        <p:txBody>
          <a:bodyPr anchor="ctr">
            <a:normAutofit/>
          </a:bodyPr>
          <a:lstStyle/>
          <a:p>
            <a:r>
              <a:rPr lang="en-US" dirty="0"/>
              <a:t>What is CLAUDE.md?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5B7974-B0C6-5352-BEF5-035B67A4CC4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53200" y="914400"/>
            <a:ext cx="4721208" cy="50387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900" b="1"/>
              <a:t>A plain Markdown file Claude reads at the start of every session.</a:t>
            </a:r>
          </a:p>
          <a:p>
            <a:pPr>
              <a:lnSpc>
                <a:spcPct val="90000"/>
              </a:lnSpc>
              <a:buNone/>
            </a:pPr>
            <a:endParaRPr lang="en-US" sz="1900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1900" b="1"/>
              <a:t>Persistent: </a:t>
            </a:r>
            <a:r>
              <a:rPr lang="en-US" sz="1900"/>
              <a:t>Loaded into context before your first message. Survives /compact.</a:t>
            </a: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1900" b="1"/>
              <a:t>Project-specific: </a:t>
            </a:r>
            <a:r>
              <a:rPr lang="en-US" sz="1900"/>
              <a:t>Captures conventions, commands, and gotchas you'd otherwise re-explain every session.</a:t>
            </a: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1900" b="1"/>
              <a:t>Context, not enforcement: </a:t>
            </a:r>
            <a:r>
              <a:rPr lang="en-US" sz="1900"/>
              <a:t>Claude treats it as instructions, not hard rules. Use hooks if you need to block actions.</a:t>
            </a: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1900" b="1"/>
              <a:t>Think of it as: </a:t>
            </a:r>
            <a:r>
              <a:rPr lang="en-US" sz="1900"/>
              <a:t>the onboarding doc you'd hand a new teammate on their first day.</a:t>
            </a:r>
          </a:p>
          <a:p>
            <a:pPr>
              <a:lnSpc>
                <a:spcPct val="90000"/>
              </a:lnSpc>
              <a:buNone/>
            </a:pPr>
            <a:endParaRPr lang="en-US" sz="1900"/>
          </a:p>
          <a:p>
            <a:pPr>
              <a:lnSpc>
                <a:spcPct val="90000"/>
              </a:lnSpc>
              <a:buNone/>
            </a:pPr>
            <a:r>
              <a:rPr lang="en-US" sz="1900" b="1" i="1">
                <a:highlight>
                  <a:srgbClr val="FFFF00"/>
                </a:highlight>
              </a:rPr>
              <a:t>Tip: run /init in your repo to bootstrap a starter CLAUDE.md.</a:t>
            </a:r>
          </a:p>
        </p:txBody>
      </p:sp>
    </p:spTree>
    <p:extLst>
      <p:ext uri="{BB962C8B-B14F-4D97-AF65-F5344CB8AC3E}">
        <p14:creationId xmlns:p14="http://schemas.microsoft.com/office/powerpoint/2010/main" val="473913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1E022C-A0D4-992E-32B5-967A57556E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091261" y="1143000"/>
            <a:ext cx="2644560" cy="5029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CLAUDE.local.md</a:t>
            </a:r>
          </a:p>
          <a:p>
            <a:pPr>
              <a:spcAft>
                <a:spcPts val="600"/>
              </a:spcAft>
              <a:buNone/>
            </a:pPr>
            <a:r>
              <a:rPr lang="en-US" b="1"/>
              <a:t>Personal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Your private overrides for this repo. Add to .gitignore. Never shared with the team.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i="1"/>
              <a:t>Gitignored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E96EB-3D86-1ABF-DC36-279C682F5A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7200" y="1143000"/>
            <a:ext cx="2644560" cy="5029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~/.claude/CLAUDE.md</a:t>
            </a:r>
          </a:p>
          <a:p>
            <a:pPr>
              <a:spcAft>
                <a:spcPts val="600"/>
              </a:spcAft>
              <a:buNone/>
            </a:pPr>
            <a:r>
              <a:rPr lang="en-US" b="1" dirty="0"/>
              <a:t>Global</a:t>
            </a:r>
          </a:p>
          <a:p>
            <a:pPr>
              <a:spcAft>
                <a:spcPts val="600"/>
              </a:spcAft>
              <a:buNone/>
            </a:pPr>
            <a:r>
              <a:rPr lang="en-US" dirty="0"/>
              <a:t>Your personal preferences across every project — coding style, tools you </a:t>
            </a:r>
            <a:r>
              <a:rPr lang="en-US" dirty="0" err="1"/>
              <a:t>favour</a:t>
            </a:r>
            <a:r>
              <a:rPr lang="en-US" dirty="0"/>
              <a:t>, default </a:t>
            </a:r>
            <a:r>
              <a:rPr lang="en-US" dirty="0" err="1"/>
              <a:t>behaviours</a:t>
            </a:r>
            <a:r>
              <a:rPr lang="en-US" dirty="0"/>
              <a:t>.</a:t>
            </a:r>
          </a:p>
          <a:p>
            <a:pPr>
              <a:spcAft>
                <a:spcPts val="600"/>
              </a:spcAft>
              <a:buNone/>
            </a:pPr>
            <a:endParaRPr lang="en-US" dirty="0"/>
          </a:p>
          <a:p>
            <a:pPr>
              <a:spcAft>
                <a:spcPts val="600"/>
              </a:spcAft>
              <a:buNone/>
            </a:pPr>
            <a:r>
              <a:rPr lang="en-US" i="1" dirty="0"/>
              <a:t>Loaded everywhere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342EFB-4913-5277-0A1D-62C91034E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 anchor="t">
            <a:normAutofit/>
          </a:bodyPr>
          <a:lstStyle/>
          <a:p>
            <a:r>
              <a:rPr lang="en-US" dirty="0"/>
              <a:t>Where CLAUDE.md lives — and how it loads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CF36A-9426-7591-A421-9263253816A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35220" y="1143000"/>
            <a:ext cx="2644560" cy="5029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&lt;repo&gt;/CLAUDE.md</a:t>
            </a:r>
          </a:p>
          <a:p>
            <a:pPr>
              <a:spcAft>
                <a:spcPts val="600"/>
              </a:spcAft>
              <a:buNone/>
            </a:pPr>
            <a:r>
              <a:rPr lang="en-US" b="1" dirty="0"/>
              <a:t>Project</a:t>
            </a:r>
          </a:p>
          <a:p>
            <a:pPr>
              <a:spcAft>
                <a:spcPts val="600"/>
              </a:spcAft>
              <a:buNone/>
            </a:pPr>
            <a:r>
              <a:rPr lang="en-US" dirty="0"/>
              <a:t>Team-wide conventions for this repo. Commit it. Build commands, architecture, testing rules.</a:t>
            </a:r>
          </a:p>
          <a:p>
            <a:pPr>
              <a:spcAft>
                <a:spcPts val="600"/>
              </a:spcAft>
              <a:buNone/>
            </a:pPr>
            <a:endParaRPr lang="en-US" dirty="0"/>
          </a:p>
          <a:p>
            <a:pPr>
              <a:spcAft>
                <a:spcPts val="600"/>
              </a:spcAft>
              <a:buNone/>
            </a:pPr>
            <a:r>
              <a:rPr lang="en-US" i="1" dirty="0"/>
              <a:t>Survives /compact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629F0-98AB-1884-E1DB-0424C8C4E1F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13240" y="1143000"/>
            <a:ext cx="2644560" cy="5029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&lt;subdir&gt;/CLAUDE.md</a:t>
            </a:r>
          </a:p>
          <a:p>
            <a:pPr>
              <a:spcAft>
                <a:spcPts val="600"/>
              </a:spcAft>
              <a:buNone/>
            </a:pPr>
            <a:r>
              <a:rPr lang="en-US" b="1" dirty="0"/>
              <a:t>Directory</a:t>
            </a:r>
          </a:p>
          <a:p>
            <a:pPr>
              <a:spcAft>
                <a:spcPts val="600"/>
              </a:spcAft>
              <a:buNone/>
            </a:pPr>
            <a:r>
              <a:rPr lang="en-US" dirty="0"/>
              <a:t>Scoped rules for one part of the codebase (frontend, infra). Loaded lazily when Claude reads files there.</a:t>
            </a:r>
          </a:p>
          <a:p>
            <a:pPr>
              <a:spcAft>
                <a:spcPts val="600"/>
              </a:spcAft>
              <a:buNone/>
            </a:pPr>
            <a:endParaRPr lang="en-US" dirty="0"/>
          </a:p>
          <a:p>
            <a:pPr>
              <a:spcAft>
                <a:spcPts val="600"/>
              </a:spcAft>
              <a:buNone/>
            </a:pPr>
            <a:r>
              <a:rPr lang="en-US" i="1" dirty="0"/>
              <a:t>On demand</a:t>
            </a:r>
          </a:p>
        </p:txBody>
      </p:sp>
    </p:spTree>
    <p:extLst>
      <p:ext uri="{BB962C8B-B14F-4D97-AF65-F5344CB8AC3E}">
        <p14:creationId xmlns:p14="http://schemas.microsoft.com/office/powerpoint/2010/main" val="987627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BAF6417C-05BA-2832-00F3-1CBEF129449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 flipH="1">
            <a:off x="0" y="1205"/>
            <a:ext cx="6324600" cy="6857999"/>
          </a:xfrm>
        </p:spPr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A3FE0-6A80-5021-ACAF-A3852FD9AE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604168"/>
            <a:ext cx="4267200" cy="433149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DON'T include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/>
              <a:t>Generic advice ("think step by step") — Claude already tries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/>
              <a:t>Personality prompts ("act as a senior engineer")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/>
              <a:t>Anything Claude can read from the code itself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/>
              <a:t>Long architecture docs — link or @-import instead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/>
              <a:t>Secrets, tokens, or anything sensitive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/>
              <a:t>Bloat: aim for 80–120 lines, hard cap ~200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8DA2C-3F84-E8D7-0E43-43C3343784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07208" y="918368"/>
            <a:ext cx="4267200" cy="501729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DO include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/>
              <a:t>Build, test, lint commands you actually run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/>
              <a:t>Project structure &amp; key file locations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/>
              <a:t>Code style rules unique to this repo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/>
              <a:t>"Always do X" / "Never do Y" constraints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/>
              <a:t>Domain terms with a precise meaning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/>
              <a:t>Known gotchas: flaky tests, slow services, traps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338AAD-D0A4-67BA-7AFA-97100C76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8368"/>
            <a:ext cx="4267200" cy="4572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/>
              <a:t>What goes inside — and what doesn't</a:t>
            </a:r>
          </a:p>
        </p:txBody>
      </p:sp>
    </p:spTree>
    <p:extLst>
      <p:ext uri="{BB962C8B-B14F-4D97-AF65-F5344CB8AC3E}">
        <p14:creationId xmlns:p14="http://schemas.microsoft.com/office/powerpoint/2010/main" val="4286603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268EFF-6222-14BA-D65C-507C1F3A0C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600200"/>
            <a:ext cx="10360008" cy="433943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 b="1"/>
              <a:t># Acme API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/>
              <a:t> 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 b="1"/>
              <a:t>## Stack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/>
              <a:t>- Node 22, TypeScript strict, Fastify, Postgres 16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/>
              <a:t>- Tests: Vitest. Lint: Biome. Migrations: drizzle-kit.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/>
              <a:t> 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 b="1"/>
              <a:t>## Commands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/>
              <a:t>- Dev:   `pnpm dev`     (port 3000, watches src/)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/>
              <a:t>- Test:  `pnpm test`    (must pass before any commit)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/>
              <a:t>- Lint:  `pnpm check`   (Biome — fix with `--write`)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/>
              <a:t> 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 b="1"/>
              <a:t>## Conventions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/>
              <a:t>- Never import from `dist/`. Use path aliases (`@/...`).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/>
              <a:t>- New routes go in `src/routes/`; register in `app.ts`.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/>
              <a:t>- Errors use `AppError` from `src/errors.ts` — never throw strings.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/>
              <a:t> 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 b="1"/>
              <a:t>## Gotchas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/>
              <a:t>- `pnpm test:e2e` needs Docker running.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100"/>
              <a:t>- Migrations: `drizzle-kit generate` before `migrate`. Do not edit SQL by hand.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63D4A6-6134-1459-7A7D-3C3B91E9F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008" cy="457200"/>
          </a:xfrm>
        </p:spPr>
        <p:txBody>
          <a:bodyPr anchor="t">
            <a:normAutofit/>
          </a:bodyPr>
          <a:lstStyle/>
          <a:p>
            <a:r>
              <a:rPr lang="en-US" dirty="0"/>
              <a:t>Example: a tight project CLAUDE.md</a:t>
            </a:r>
          </a:p>
        </p:txBody>
      </p:sp>
    </p:spTree>
    <p:extLst>
      <p:ext uri="{BB962C8B-B14F-4D97-AF65-F5344CB8AC3E}">
        <p14:creationId xmlns:p14="http://schemas.microsoft.com/office/powerpoint/2010/main" val="1961175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CBCB2F98-337B-9805-8FD7-858996E20E9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 flipH="1">
            <a:off x="0" y="1205"/>
            <a:ext cx="6324600" cy="6857999"/>
          </a:xfrm>
        </p:spPr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C4412-5223-3401-F092-4BAC63658A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604168"/>
            <a:ext cx="4267200" cy="433149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300" b="1"/>
              <a:t>✓ The real solution: .claude/settings.json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endParaRPr lang="en-US" sz="1300"/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300"/>
              <a:t>{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300"/>
              <a:t>  "permissions": {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300"/>
              <a:t>    "deny": [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300"/>
              <a:t>      "Read(.env)",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300"/>
              <a:t>      "Read(.env.*)",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300"/>
              <a:t>      "Read(*.pem)",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300"/>
              <a:t>      "Read(secrets/**)",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300"/>
              <a:t>      "Read(node_modules/**)"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300"/>
              <a:t>    ]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300"/>
              <a:t>  }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300"/>
              <a:t>}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endParaRPr lang="en-US" sz="1300"/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300"/>
              <a:t>Enforced via PreToolUse hooks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300"/>
              <a:t>Commit per-project, also supports user/managed scopes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76DC-3B7A-AF00-42DA-1EFC51FA988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07208" y="918368"/>
            <a:ext cx="4267200" cy="501729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⚠ .claudeignore is NOT working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Not an officially supported feature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Claude Code still reads .env and other "ignored" files (verified Jan 2026)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Even .gitignore is bypassed for read access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Do not rely on it for secrets — use settings.json deny rules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i="1"/>
              <a:t>Treat .env, *.pem, credentials.json as security-critical — settings.json is the only enforced boundary today.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4937F4-49B8-0D56-661E-9F949E4B0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8368"/>
            <a:ext cx="4267200" cy="4572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/>
              <a:t>Controlling file access: use settings.json</a:t>
            </a:r>
          </a:p>
        </p:txBody>
      </p:sp>
    </p:spTree>
    <p:extLst>
      <p:ext uri="{BB962C8B-B14F-4D97-AF65-F5344CB8AC3E}">
        <p14:creationId xmlns:p14="http://schemas.microsoft.com/office/powerpoint/2010/main" val="3306871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894CB38-B774-BC46-2430-53330895A3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0ED704-D880-9FA0-EF7C-98B5ED544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80071" cy="457200"/>
          </a:xfrm>
        </p:spPr>
        <p:txBody>
          <a:bodyPr anchor="t">
            <a:normAutofit/>
          </a:bodyPr>
          <a:lstStyle/>
          <a:p>
            <a:r>
              <a:rPr lang="en-US" sz="2600"/>
              <a:t>Context optimisation playbook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97FCC-86B9-35BA-1982-1148C95852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143000"/>
            <a:ext cx="5180071" cy="5029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/clear &gt; /compact for new work</a:t>
            </a:r>
          </a:p>
          <a:p>
            <a:pPr>
              <a:spcAft>
                <a:spcPts val="600"/>
              </a:spcAft>
              <a:buNone/>
            </a:pPr>
            <a:r>
              <a:rPr lang="en-US" dirty="0"/>
              <a:t>Compact </a:t>
            </a:r>
            <a:r>
              <a:rPr lang="en-US" dirty="0" err="1"/>
              <a:t>summarises</a:t>
            </a:r>
            <a:r>
              <a:rPr lang="en-US" dirty="0"/>
              <a:t>; clear starts fresh. If you're switching tasks, clear.</a:t>
            </a:r>
          </a:p>
          <a:p>
            <a:pPr>
              <a:spcAft>
                <a:spcPts val="600"/>
              </a:spcAft>
              <a:buNone/>
            </a:pPr>
            <a:endParaRPr lang="en-US" dirty="0"/>
          </a:p>
          <a:p>
            <a:pPr>
              <a:spcAft>
                <a:spcPts val="600"/>
              </a:spcAft>
              <a:buNone/>
            </a:pPr>
            <a:r>
              <a:rPr lang="en-US" b="1" dirty="0"/>
              <a:t>Manually /compact before auto fires</a:t>
            </a:r>
          </a:p>
          <a:p>
            <a:pPr>
              <a:spcAft>
                <a:spcPts val="600"/>
              </a:spcAft>
              <a:buNone/>
            </a:pPr>
            <a:r>
              <a:rPr lang="en-US" dirty="0"/>
              <a:t>Auto-compact runs at the worst possible moment. Trigger it yourself when context is still coherent.</a:t>
            </a:r>
          </a:p>
          <a:p>
            <a:pPr>
              <a:spcAft>
                <a:spcPts val="600"/>
              </a:spcAft>
              <a:buNone/>
            </a:pPr>
            <a:endParaRPr lang="en-US" dirty="0"/>
          </a:p>
          <a:p>
            <a:pPr>
              <a:spcAft>
                <a:spcPts val="600"/>
              </a:spcAft>
              <a:buNone/>
            </a:pPr>
            <a:r>
              <a:rPr lang="en-US" b="1" dirty="0"/>
              <a:t>Push exploration to subagents</a:t>
            </a:r>
          </a:p>
          <a:p>
            <a:pPr>
              <a:spcAft>
                <a:spcPts val="600"/>
              </a:spcAft>
              <a:buNone/>
            </a:pPr>
            <a:r>
              <a:rPr lang="en-US" dirty="0"/>
              <a:t>Spawn a subagent to grep, </a:t>
            </a:r>
            <a:r>
              <a:rPr lang="en-US" dirty="0" err="1"/>
              <a:t>summarise</a:t>
            </a:r>
            <a:r>
              <a:rPr lang="en-US" dirty="0"/>
              <a:t>, or explore — only its final report comes back to your main context.</a:t>
            </a:r>
          </a:p>
          <a:p>
            <a:pPr>
              <a:spcAft>
                <a:spcPts val="600"/>
              </a:spcAft>
              <a:buNone/>
            </a:pPr>
            <a:endParaRPr lang="en-US" dirty="0"/>
          </a:p>
          <a:p>
            <a:pPr>
              <a:spcAft>
                <a:spcPts val="600"/>
              </a:spcAft>
              <a:buNone/>
            </a:pPr>
            <a:r>
              <a:rPr lang="en-US" b="1" dirty="0"/>
              <a:t>Use /rewind, not correction stacking</a:t>
            </a:r>
          </a:p>
          <a:p>
            <a:pPr>
              <a:spcAft>
                <a:spcPts val="600"/>
              </a:spcAft>
              <a:buNone/>
            </a:pPr>
            <a:r>
              <a:rPr lang="en-US" dirty="0"/>
              <a:t>When Claude takes a wrong turn, double-Esc to rewind. Don't pile fixes on a polluted thread.</a:t>
            </a:r>
          </a:p>
          <a:p>
            <a:pPr>
              <a:spcAft>
                <a:spcPts val="600"/>
              </a:spcAft>
              <a:buNone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C8855-29B1-BC03-5884-9B949E5C4DE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54730" y="457200"/>
            <a:ext cx="5180071" cy="5715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Keep CLAUDE.md lean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Target 80–120 lines. Models reliably follow ~150 instructions; your file competes with the system prompt.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Use @-imports for big rules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@docs/api-style.md keeps the root file short. Imports expand inline, so they don't save tokens — but they keep things organised.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Scope rules to paths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Frontmatter paths: globs load rules only when matching files are touched. Don't pay for Python rules on a React PR.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Reference files, don't paste them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"Read src/auth/session.ts before refactoring" beats pasting 800 lines into the prompt.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283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A20C8E-9C69-213E-C455-297CA95A1B8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091261" y="1143000"/>
            <a:ext cx="264456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300" b="1"/>
              <a:t>EXTERNAL CONTEXT</a:t>
            </a:r>
          </a:p>
          <a:p>
            <a:pPr>
              <a:lnSpc>
                <a:spcPct val="90000"/>
              </a:lnSpc>
              <a:buNone/>
            </a:pPr>
            <a:r>
              <a:rPr lang="en-US" sz="1300" b="1"/>
              <a:t>MCP + Skills</a:t>
            </a:r>
          </a:p>
          <a:p>
            <a:pPr>
              <a:lnSpc>
                <a:spcPct val="90000"/>
              </a:lnSpc>
              <a:spcAft>
                <a:spcPts val="300"/>
              </a:spcAft>
              <a:buNone/>
            </a:pPr>
            <a:r>
              <a:rPr lang="en-US" sz="1300"/>
              <a:t>Connect Claude to live data sources. Skills bundle a server + prompt into a single /command.</a:t>
            </a:r>
          </a:p>
          <a:p>
            <a:pPr>
              <a:lnSpc>
                <a:spcPct val="90000"/>
              </a:lnSpc>
              <a:spcBef>
                <a:spcPts val="400"/>
              </a:spcBef>
              <a:buNone/>
            </a:pPr>
            <a:r>
              <a:rPr lang="en-US" sz="1300" b="1"/>
              <a:t>Add a server</a:t>
            </a:r>
          </a:p>
          <a:p>
            <a:pPr marL="171450" indent="-171450">
              <a:lnSpc>
                <a:spcPct val="90000"/>
              </a:lnSpc>
              <a:spcBef>
                <a:spcPts val="100"/>
              </a:spcBef>
              <a:buFont typeface="Arial"/>
              <a:buChar char="›"/>
            </a:pPr>
            <a:r>
              <a:rPr lang="en-US" sz="1300"/>
              <a:t>claude mcp add &lt;name&gt; &lt;cmd&gt;</a:t>
            </a:r>
          </a:p>
          <a:p>
            <a:pPr>
              <a:lnSpc>
                <a:spcPct val="90000"/>
              </a:lnSpc>
              <a:spcBef>
                <a:spcPts val="400"/>
              </a:spcBef>
              <a:buNone/>
            </a:pPr>
            <a:r>
              <a:rPr lang="en-US" sz="1300" b="1"/>
              <a:t>Popular servers</a:t>
            </a:r>
          </a:p>
          <a:p>
            <a:pPr marL="171450" indent="-171450">
              <a:lnSpc>
                <a:spcPct val="9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/>
              <a:t>GitHub — PRs, issues, code search</a:t>
            </a:r>
          </a:p>
          <a:p>
            <a:pPr marL="171450" indent="-171450">
              <a:lnSpc>
                <a:spcPct val="9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/>
              <a:t>Filesystem — broader path access</a:t>
            </a:r>
          </a:p>
          <a:p>
            <a:pPr marL="171450" indent="-171450">
              <a:lnSpc>
                <a:spcPct val="9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/>
              <a:t>Sqlite / Postgres — query your DB</a:t>
            </a:r>
          </a:p>
          <a:p>
            <a:pPr marL="171450" indent="-171450">
              <a:lnSpc>
                <a:spcPct val="9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/>
              <a:t>Browser — fetch, screenshot pages</a:t>
            </a:r>
          </a:p>
          <a:p>
            <a:pPr>
              <a:lnSpc>
                <a:spcPct val="90000"/>
              </a:lnSpc>
              <a:spcBef>
                <a:spcPts val="400"/>
              </a:spcBef>
              <a:buNone/>
            </a:pPr>
            <a:r>
              <a:rPr lang="en-US" sz="1300" b="1"/>
              <a:t>Skills</a:t>
            </a:r>
          </a:p>
          <a:p>
            <a:pPr marL="171450" indent="-171450">
              <a:lnSpc>
                <a:spcPct val="9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/>
              <a:t>Markdown file: server + tools + prompt</a:t>
            </a:r>
          </a:p>
          <a:p>
            <a:pPr marL="171450" indent="-171450">
              <a:lnSpc>
                <a:spcPct val="9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/>
              <a:t>Invoke with /skill-name like a command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DDFF8-4D79-45B7-A583-7349BA31C9D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7200" y="1143000"/>
            <a:ext cx="264456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SHORTCUTS</a:t>
            </a:r>
          </a:p>
          <a:p>
            <a:pPr>
              <a:buNone/>
            </a:pPr>
            <a:r>
              <a:rPr lang="en-US" b="1"/>
              <a:t>Slash commands</a:t>
            </a:r>
          </a:p>
          <a:p>
            <a:pPr>
              <a:spcAft>
                <a:spcPts val="300"/>
              </a:spcAft>
              <a:buNone/>
            </a:pPr>
            <a:r>
              <a:rPr lang="en-US"/>
              <a:t>Reusable prompts stored as markdown files. Invoke with /name.</a:t>
            </a:r>
          </a:p>
          <a:p>
            <a:pPr>
              <a:spcBef>
                <a:spcPts val="400"/>
              </a:spcBef>
              <a:buNone/>
            </a:pPr>
            <a:r>
              <a:rPr lang="en-US" b="1"/>
              <a:t>Project-scoped (git-tracked)</a:t>
            </a:r>
          </a:p>
          <a:p>
            <a:pPr marL="171450" indent="-171450">
              <a:spcBef>
                <a:spcPts val="100"/>
              </a:spcBef>
              <a:buFont typeface="Arial"/>
              <a:buChar char="›"/>
            </a:pPr>
            <a:r>
              <a:rPr lang="en-US"/>
              <a:t>.claude/commands/</a:t>
            </a:r>
          </a:p>
          <a:p>
            <a:pPr>
              <a:spcBef>
                <a:spcPts val="400"/>
              </a:spcBef>
              <a:buNone/>
            </a:pPr>
            <a:r>
              <a:rPr lang="en-US" b="1"/>
              <a:t>Personal (all repos)</a:t>
            </a:r>
          </a:p>
          <a:p>
            <a:pPr marL="171450" indent="-171450">
              <a:spcBef>
                <a:spcPts val="100"/>
              </a:spcBef>
              <a:buFont typeface="Arial"/>
              <a:buChar char="›"/>
            </a:pPr>
            <a:r>
              <a:rPr lang="en-US"/>
              <a:t>~/.claude/commands/</a:t>
            </a:r>
          </a:p>
          <a:p>
            <a:pPr>
              <a:spcBef>
                <a:spcPts val="400"/>
              </a:spcBef>
              <a:buNone/>
            </a:pPr>
            <a:r>
              <a:rPr lang="en-US" b="1"/>
              <a:t>Inside the file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US"/>
              <a:t>Plain markdown — content is the prompt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US"/>
              <a:t>Use $ARGUMENTS for dynamic input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US"/>
              <a:t>e.g. /review, /standup, /scan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C1926-E5B8-78DC-75CA-4ACC72B81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 anchor="t">
            <a:normAutofit/>
          </a:bodyPr>
          <a:lstStyle/>
          <a:p>
            <a:r>
              <a:rPr lang="en-US" dirty="0"/>
              <a:t>The Claude Code extensibility surface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EE2CDB-0D9B-9F82-86AC-C7192A0FF7D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35220" y="1143000"/>
            <a:ext cx="264456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b="1"/>
              <a:t>PARALLELISM</a:t>
            </a:r>
          </a:p>
          <a:p>
            <a:pPr>
              <a:lnSpc>
                <a:spcPct val="90000"/>
              </a:lnSpc>
              <a:buNone/>
            </a:pPr>
            <a:r>
              <a:rPr lang="en-US" b="1"/>
              <a:t>Subagents</a:t>
            </a:r>
          </a:p>
          <a:p>
            <a:pPr>
              <a:lnSpc>
                <a:spcPct val="90000"/>
              </a:lnSpc>
              <a:spcAft>
                <a:spcPts val="300"/>
              </a:spcAft>
              <a:buNone/>
            </a:pPr>
            <a:r>
              <a:rPr lang="en-US"/>
              <a:t>Isolated Claude instances that run a task and return only their result — keeps your main context clean.</a:t>
            </a:r>
          </a:p>
          <a:p>
            <a:pPr>
              <a:lnSpc>
                <a:spcPct val="90000"/>
              </a:lnSpc>
              <a:spcBef>
                <a:spcPts val="400"/>
              </a:spcBef>
              <a:buNone/>
            </a:pPr>
            <a:r>
              <a:rPr lang="en-US" b="1"/>
              <a:t>How to invoke</a:t>
            </a:r>
          </a:p>
          <a:p>
            <a:pPr marL="171450" indent="-171450">
              <a:lnSpc>
                <a:spcPct val="90000"/>
              </a:lnSpc>
              <a:spcBef>
                <a:spcPts val="200"/>
              </a:spcBef>
              <a:buFont typeface="Arial"/>
              <a:buChar char="•"/>
            </a:pPr>
            <a:r>
              <a:rPr lang="en-US"/>
              <a:t>Tell Claude: "Use a subagent to..."</a:t>
            </a:r>
          </a:p>
          <a:p>
            <a:pPr marL="171450" indent="-171450">
              <a:lnSpc>
                <a:spcPct val="90000"/>
              </a:lnSpc>
              <a:spcBef>
                <a:spcPts val="200"/>
              </a:spcBef>
              <a:buFont typeface="Arial"/>
              <a:buChar char="•"/>
            </a:pPr>
            <a:r>
              <a:rPr lang="en-US"/>
              <a:t>Or: "In parallel, spawn agents that..."</a:t>
            </a:r>
          </a:p>
          <a:p>
            <a:pPr marL="171450" indent="-171450">
              <a:lnSpc>
                <a:spcPct val="90000"/>
              </a:lnSpc>
              <a:spcBef>
                <a:spcPts val="200"/>
              </a:spcBef>
              <a:buFont typeface="Arial"/>
              <a:buChar char="•"/>
            </a:pPr>
            <a:r>
              <a:rPr lang="en-US"/>
              <a:t>Claude uses the Task tool internally</a:t>
            </a:r>
          </a:p>
          <a:p>
            <a:pPr>
              <a:lnSpc>
                <a:spcPct val="90000"/>
              </a:lnSpc>
              <a:spcBef>
                <a:spcPts val="400"/>
              </a:spcBef>
              <a:buNone/>
            </a:pPr>
            <a:r>
              <a:rPr lang="en-US" b="1"/>
              <a:t>Good for</a:t>
            </a:r>
          </a:p>
          <a:p>
            <a:pPr marL="171450" indent="-171450">
              <a:lnSpc>
                <a:spcPct val="90000"/>
              </a:lnSpc>
              <a:spcBef>
                <a:spcPts val="200"/>
              </a:spcBef>
              <a:buFont typeface="Arial"/>
              <a:buChar char="•"/>
            </a:pPr>
            <a:r>
              <a:rPr lang="en-US"/>
              <a:t>Auditing multiple files at once</a:t>
            </a:r>
          </a:p>
          <a:p>
            <a:pPr marL="171450" indent="-171450">
              <a:lnSpc>
                <a:spcPct val="90000"/>
              </a:lnSpc>
              <a:spcBef>
                <a:spcPts val="200"/>
              </a:spcBef>
              <a:buFont typeface="Arial"/>
              <a:buChar char="•"/>
            </a:pPr>
            <a:r>
              <a:rPr lang="en-US"/>
              <a:t>Research across many sources</a:t>
            </a:r>
          </a:p>
          <a:p>
            <a:pPr marL="171450" indent="-171450">
              <a:lnSpc>
                <a:spcPct val="90000"/>
              </a:lnSpc>
              <a:spcBef>
                <a:spcPts val="200"/>
              </a:spcBef>
              <a:buFont typeface="Arial"/>
              <a:buChar char="•"/>
            </a:pPr>
            <a:r>
              <a:rPr lang="en-US"/>
              <a:t>Any work you'd open a new tab for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DA2365-3CEC-D8A4-95E5-289847CAABE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13240" y="1143000"/>
            <a:ext cx="264456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b="1"/>
              <a:t>GUARDRAILS</a:t>
            </a:r>
          </a:p>
          <a:p>
            <a:pPr>
              <a:lnSpc>
                <a:spcPct val="90000"/>
              </a:lnSpc>
              <a:buNone/>
            </a:pPr>
            <a:r>
              <a:rPr lang="en-US" b="1"/>
              <a:t>Hooks</a:t>
            </a:r>
          </a:p>
          <a:p>
            <a:pPr>
              <a:lnSpc>
                <a:spcPct val="90000"/>
              </a:lnSpc>
              <a:spcAft>
                <a:spcPts val="300"/>
              </a:spcAft>
              <a:buNone/>
            </a:pPr>
            <a:r>
              <a:rPr lang="en-US"/>
              <a:t>Shell commands that fire before or after tool calls. The only true enforcement layer in Claude Code.</a:t>
            </a:r>
          </a:p>
          <a:p>
            <a:pPr>
              <a:lnSpc>
                <a:spcPct val="90000"/>
              </a:lnSpc>
              <a:spcBef>
                <a:spcPts val="400"/>
              </a:spcBef>
              <a:buNone/>
            </a:pPr>
            <a:r>
              <a:rPr lang="en-US" b="1"/>
              <a:t>Two types</a:t>
            </a:r>
          </a:p>
          <a:p>
            <a:pPr marL="171450" indent="-171450">
              <a:lnSpc>
                <a:spcPct val="90000"/>
              </a:lnSpc>
              <a:spcBef>
                <a:spcPts val="200"/>
              </a:spcBef>
              <a:buFont typeface="Arial"/>
              <a:buChar char="•"/>
            </a:pPr>
            <a:r>
              <a:rPr lang="en-US"/>
              <a:t>before_tool — can block the action entirely</a:t>
            </a:r>
          </a:p>
          <a:p>
            <a:pPr marL="171450" indent="-171450">
              <a:lnSpc>
                <a:spcPct val="90000"/>
              </a:lnSpc>
              <a:spcBef>
                <a:spcPts val="200"/>
              </a:spcBef>
              <a:buFont typeface="Arial"/>
              <a:buChar char="•"/>
            </a:pPr>
            <a:r>
              <a:rPr lang="en-US"/>
              <a:t>after_tool — runs after, good for logging</a:t>
            </a:r>
          </a:p>
          <a:p>
            <a:pPr>
              <a:lnSpc>
                <a:spcPct val="90000"/>
              </a:lnSpc>
              <a:spcBef>
                <a:spcPts val="400"/>
              </a:spcBef>
              <a:buNone/>
            </a:pPr>
            <a:r>
              <a:rPr lang="en-US" b="1"/>
              <a:t>Common uses</a:t>
            </a:r>
          </a:p>
          <a:p>
            <a:pPr marL="171450" indent="-171450">
              <a:lnSpc>
                <a:spcPct val="90000"/>
              </a:lnSpc>
              <a:spcBef>
                <a:spcPts val="200"/>
              </a:spcBef>
              <a:buFont typeface="Arial"/>
              <a:buChar char="•"/>
            </a:pPr>
            <a:r>
              <a:rPr lang="en-US"/>
              <a:t>Block reads of .env, secrets, certs</a:t>
            </a:r>
          </a:p>
          <a:p>
            <a:pPr marL="171450" indent="-171450">
              <a:lnSpc>
                <a:spcPct val="90000"/>
              </a:lnSpc>
              <a:spcBef>
                <a:spcPts val="200"/>
              </a:spcBef>
              <a:buFont typeface="Arial"/>
              <a:buChar char="•"/>
            </a:pPr>
            <a:r>
              <a:rPr lang="en-US"/>
              <a:t>Log every file write to an audit trail</a:t>
            </a:r>
          </a:p>
          <a:p>
            <a:pPr marL="171450" indent="-171450">
              <a:lnSpc>
                <a:spcPct val="90000"/>
              </a:lnSpc>
              <a:spcBef>
                <a:spcPts val="200"/>
              </a:spcBef>
              <a:buFont typeface="Arial"/>
              <a:buChar char="•"/>
            </a:pPr>
            <a:r>
              <a:rPr lang="en-US"/>
              <a:t>Run linter/formatter after each edit</a:t>
            </a:r>
          </a:p>
          <a:p>
            <a:pPr>
              <a:lnSpc>
                <a:spcPct val="90000"/>
              </a:lnSpc>
              <a:spcBef>
                <a:spcPts val="400"/>
              </a:spcBef>
              <a:buNone/>
            </a:pPr>
            <a:r>
              <a:rPr lang="en-US" b="1"/>
              <a:t>Where to define</a:t>
            </a:r>
          </a:p>
          <a:p>
            <a:pPr marL="171450" indent="-171450">
              <a:lnSpc>
                <a:spcPct val="90000"/>
              </a:lnSpc>
              <a:spcBef>
                <a:spcPts val="100"/>
              </a:spcBef>
              <a:buFont typeface="Arial"/>
              <a:buChar char="›"/>
            </a:pPr>
            <a:r>
              <a:rPr lang="en-US"/>
              <a:t>settings.json → hooks:</a:t>
            </a:r>
          </a:p>
        </p:txBody>
      </p:sp>
    </p:spTree>
    <p:extLst>
      <p:ext uri="{BB962C8B-B14F-4D97-AF65-F5344CB8AC3E}">
        <p14:creationId xmlns:p14="http://schemas.microsoft.com/office/powerpoint/2010/main" val="1004413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B921B10-FDD6-355B-13D4-6DC637C6C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BA22B0-4091-EE87-9741-3C19BAC4A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80071" cy="4572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/>
              <a:t>Slash commands: prompts as files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48AE5-B870-0B81-B3CA-F9C896A865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143000"/>
            <a:ext cx="5180071" cy="5029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EXAMPLE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.claude/commands/review-pr.md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/>
              <a:t>---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description: Review the open PR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---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/>
              <a:t>Run gh pr view --json title,body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then review the diff against our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style guide. Flag: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- Missing tests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- Public API changes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- Anything touching auth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i="1"/>
              <a:t>Now: /review-pr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0F225-06C9-8BC1-36A7-98FFA4DA9F6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54730" y="457200"/>
            <a:ext cx="5180071" cy="5715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WHAT THEY ARE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Reusable prompts stored as markdown files. Type /name to invoke any of them mid-session.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WHERE THEY LIVE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Project: .claude/commands/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Personal: ~/.claude/commands/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WHEN TO REACH FOR ONE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Repeatable workflow: code review, release notes, PR description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Anything you type more than twice belongs here</a:t>
            </a:r>
          </a:p>
        </p:txBody>
      </p:sp>
    </p:spTree>
    <p:extLst>
      <p:ext uri="{BB962C8B-B14F-4D97-AF65-F5344CB8AC3E}">
        <p14:creationId xmlns:p14="http://schemas.microsoft.com/office/powerpoint/2010/main" val="3919606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C985DCD-0A8F-2FD4-DE9D-4E6B3F23F4A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4E8AB0-BF61-2D6A-2262-BDF7B1CC2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80071" cy="4572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/>
              <a:t>Subagents: protect your context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4F83E-DA6C-204B-A3B6-A093F44B00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143000"/>
            <a:ext cx="5180071" cy="5029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DEFINE ONE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.claude/agents/security-review.md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/>
              <a:t>---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name: security-review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description: Audit a diff for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  injection, authz, secrets.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tools: Read, Grep, Bash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memory: project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---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/>
              <a:t>You are a security reviewer.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Read the diff, score each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finding L/M/H, return JSON.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i="1"/>
              <a:t>Restrict tools to the minimum.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48080-04EF-43C2-CE9A-C9EF0BB4B08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54730" y="457200"/>
            <a:ext cx="5180071" cy="5715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WHAT THEY ARE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A separate Claude instance with its own context window. You give it a task, it does the work, only its final report comes back.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WHY THIS MATTERS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The highest-leverage token move: push exploration into subagents and keep your main context clean for the actual work.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GOOD CANDIDATES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"Find every place we call the auth API"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Code review against a checklist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Reading docs to extract one answer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Running parallel audits across multiple services</a:t>
            </a:r>
          </a:p>
        </p:txBody>
      </p:sp>
    </p:spTree>
    <p:extLst>
      <p:ext uri="{BB962C8B-B14F-4D97-AF65-F5344CB8AC3E}">
        <p14:creationId xmlns:p14="http://schemas.microsoft.com/office/powerpoint/2010/main" val="2888543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8F17E89E-DB53-587F-06E3-03AEAD3662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C12396-A147-111B-E07B-2B5A26D2B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80071" cy="457200"/>
          </a:xfrm>
        </p:spPr>
        <p:txBody>
          <a:bodyPr anchor="t">
            <a:normAutofit/>
          </a:bodyPr>
          <a:lstStyle/>
          <a:p>
            <a:r>
              <a:rPr lang="en-US" dirty="0"/>
              <a:t>Hooks: the actual guardrails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FBE6E6-7EFB-1522-D164-7041E4E552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143000"/>
            <a:ext cx="5180071" cy="5029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BLOCK READS OF .env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.claude/settings.json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/>
              <a:t>{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 "hooks": {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  "PreToolUse": [{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   "matcher": "Read",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   "hooks": [{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    "type": "command",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    "command":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     "./guard-env.sh"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   }]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  }]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 }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}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i="1"/>
              <a:t>Script exits 2 ⇒ blocked.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61849-6C00-3866-3CFF-790D74AF38F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54730" y="457200"/>
            <a:ext cx="5180071" cy="5715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WHAT THEY ARE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Shell commands Claude Code runs before or after every tool call. Exit code 2 blocks the action — deterministically.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EVENTS YOU CAN HOOK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PreToolUse — block reads, writes, bash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PostToolUse — auto-format on write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Stop — run tests at end of turn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WHEN TO USE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Anything that MUST happen — block secrets, run prettier, push to CI. CLAUDE.md is guidance; hooks are enforcement.</a:t>
            </a:r>
          </a:p>
        </p:txBody>
      </p:sp>
    </p:spTree>
    <p:extLst>
      <p:ext uri="{BB962C8B-B14F-4D97-AF65-F5344CB8AC3E}">
        <p14:creationId xmlns:p14="http://schemas.microsoft.com/office/powerpoint/2010/main" val="95155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E43FFEA-09CE-60D0-F1F7-921D3002DC7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BA4329-5288-B10F-AD92-2486E6E80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80071" cy="4572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/>
              <a:t>MCP: plug Claude into your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7DC15-12C2-BB4A-9AAA-A59DDD918B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143000"/>
            <a:ext cx="5180071" cy="5029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WHAT IT IS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Model Context Protocol — an open spec for connecting Claude to external systems. Anthropic-built, now an industry standard.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WHAT YOU GET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GitHub, Jira, Linear — read issues, open PRs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Postgres, Sentry — query data or errors live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Slack, Notion — pull thread context, drop notes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Filesystem, Puppeteer — bigger sandbox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WHY IT MATTERS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Stop copy-pasting tickets and stack traces. Let Claude fetch the source.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9D4FF-ED76-22D2-FE70-06B2EE47B01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54730" y="457200"/>
            <a:ext cx="5180071" cy="5715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ADD AN MCP SERVER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claude mcp add github \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  -- npx -y \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  @modelcontextprotocol/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  server-github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SCOPES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--scope local: this machine only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--scope project: shared via .mcp.json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--scope user: across all projects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i="1"/>
              <a:t>Vet the server before installing — MCP tools can run on every session.</a:t>
            </a:r>
          </a:p>
        </p:txBody>
      </p:sp>
    </p:spTree>
    <p:extLst>
      <p:ext uri="{BB962C8B-B14F-4D97-AF65-F5344CB8AC3E}">
        <p14:creationId xmlns:p14="http://schemas.microsoft.com/office/powerpoint/2010/main" val="441835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95AF07D7-B22F-2C2C-9653-51EFD91434E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DC8F4-ACD9-1FD9-C2AE-0ED3C82B6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80071" cy="457200"/>
          </a:xfrm>
        </p:spPr>
        <p:txBody>
          <a:bodyPr anchor="t">
            <a:normAutofit/>
          </a:bodyPr>
          <a:lstStyle/>
          <a:p>
            <a:r>
              <a:rPr lang="en-US" sz="2600"/>
              <a:t>Skills: package your workflows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0876D-D3F9-1E16-E7D9-2E65D662E2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143000"/>
            <a:ext cx="5180071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b="1"/>
              <a:t>STRUCTURE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/>
              <a:t>.claude/skills/release/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/>
              <a:t>  SKILL.md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/>
              <a:t>  scripts/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/>
              <a:t>    bump-version.sh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/>
              <a:t>  references/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/>
              <a:t>    changelog-style.md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endParaRPr lang="en-US"/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b="1"/>
              <a:t>SKILL.md frontmatter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/>
              <a:t>---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/>
              <a:t>name: release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/>
              <a:t>description: Cut a release —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/>
              <a:t>  bump version, draft notes,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/>
              <a:t>  tag, and open the PR.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/>
              <a:t>---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endParaRPr lang="en-US"/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i="1"/>
              <a:t>Description is the trigger — write it for the moment you want Claude to grab the skill.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BB50F-0D0B-C96F-4226-2C82768D7CE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54730" y="457200"/>
            <a:ext cx="5180071" cy="5715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WHAT THEY ARE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Self-contained folders that bundle instructions, scripts, and reference files. Claude loads them only when relevant — no context cost until used.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SKILL vs SLASH COMMAND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1"/>
              <a:t>Slash command</a:t>
            </a:r>
            <a:r>
              <a:rPr lang="en-US"/>
              <a:t>: one prompt, you invoke it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1"/>
              <a:t>Skill</a:t>
            </a:r>
            <a:r>
              <a:rPr lang="en-US"/>
              <a:t>: multi-file workflow, Claude reaches for it when the description matches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GOOD FITS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Onboarding flow for a new microservice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Release process: changelog + tag + notes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/>
              <a:t>Anything with a runbook + helper scripts</a:t>
            </a:r>
          </a:p>
        </p:txBody>
      </p:sp>
    </p:spTree>
    <p:extLst>
      <p:ext uri="{BB962C8B-B14F-4D97-AF65-F5344CB8AC3E}">
        <p14:creationId xmlns:p14="http://schemas.microsoft.com/office/powerpoint/2010/main" val="121946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D8E77-BC45-B0EE-70D5-10BEACA50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143000"/>
            <a:ext cx="7409329" cy="4114800"/>
          </a:xfrm>
        </p:spPr>
        <p:txBody>
          <a:bodyPr anchor="b">
            <a:normAutofit/>
          </a:bodyPr>
          <a:lstStyle/>
          <a:p>
            <a:r>
              <a:rPr lang="en-US" dirty="0"/>
              <a:t>Common pitfalls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FD8ED-63F3-E7EA-06FC-AB232ED529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71600" y="5271866"/>
            <a:ext cx="740932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Patterns that slow teams down — and what to do instead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509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2B7DDC-B193-2D57-DADC-1D3774FEA8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FDA0D9-BBE3-9263-99F4-0071F78DE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80071" cy="4572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/>
              <a:t>Pitfalls — and what to do instead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4503F-2BF3-01A5-FC81-705110ED1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" y="1143000"/>
            <a:ext cx="5180071" cy="5029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✗ Personality prompts in CLAUDE.md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→ "Be a senior engineer" doesn't help. Specific rules do: "All API routes use Zod schemas."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✗ Letting Claude grep the whole repo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→ Point it at the files. "Read src/auth/*.ts before changing the login flow."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✗ Stale CLAUDE.md after refactors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→ Review monthly. Out-of-date conventions are worse than no conventions.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✗ Skipping plan mode for risky work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→ Migrations, deletes, infra: always plan first. Review before execution.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7D1A0-AD60-0D15-8696-19E63DC5DA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54730" y="457200"/>
            <a:ext cx="5180071" cy="5715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✗ Bloated CLAUDE.md (300+ lines)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→ Trim to essentials. Move detail into @-imports or path-scoped rules.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✗ Vague prompts ("fix this bug")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→ Name the file, the symptom, the expected behaviour. Give an example.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✗ Trusting .claudeignore for secrets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→ It isn't a built-in. Use settings.json deny rules or keep secrets outside the workspace.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b="1"/>
              <a:t>✗ Endless /compact in one session</a:t>
            </a:r>
          </a:p>
          <a:p>
            <a:pPr>
              <a:spcAft>
                <a:spcPts val="600"/>
              </a:spcAft>
              <a:buNone/>
            </a:pPr>
            <a:r>
              <a:rPr lang="en-US"/>
              <a:t>→ /clear when switching tasks. Long sessions degrade — start fresh.</a:t>
            </a:r>
          </a:p>
          <a:p>
            <a:pPr>
              <a:spcAft>
                <a:spcPts val="60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3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0D9951-9BE4-A2A9-3F24-40308C1BD7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600200"/>
            <a:ext cx="10360008" cy="433943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 b="1"/>
              <a:t>1. Write a CLAUDE.md.  </a:t>
            </a:r>
            <a:r>
              <a:rPr lang="en-US" sz="1200"/>
              <a:t>Commands, conventions, gotchas. 80–120 lines. Run /init to start.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endParaRPr lang="en-US" sz="1200"/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 b="1"/>
              <a:t>2. Scope rules to where they matter.  </a:t>
            </a:r>
            <a:r>
              <a:rPr lang="en-US" sz="1200"/>
              <a:t>Use subdirectory CLAUDE.md files and path-scoped rules.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endParaRPr lang="en-US" sz="1200"/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 b="1"/>
              <a:t>3. Be specific.  </a:t>
            </a:r>
            <a:r>
              <a:rPr lang="en-US" sz="1200"/>
              <a:t>Name files. State constraints. Show examples. Vague prompts = vague code.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endParaRPr lang="en-US" sz="1200"/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 b="1"/>
              <a:t>4. Treat context like a budget.  </a:t>
            </a:r>
            <a:r>
              <a:rPr lang="en-US" sz="1200"/>
              <a:t>/clear between tasks. Push exploration to subagents. /rewind when wrong.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endParaRPr lang="en-US" sz="1200"/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 b="1"/>
              <a:t>5. Don't rely on .claudeignore for security.  </a:t>
            </a:r>
            <a:r>
              <a:rPr lang="en-US" sz="1200"/>
              <a:t>Use settings.json deny rules or keep secrets out of the workspace.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endParaRPr lang="en-US" sz="1200"/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 b="1"/>
              <a:t>6. Plan first, then build.  </a:t>
            </a:r>
            <a:r>
              <a:rPr lang="en-US" sz="1200"/>
              <a:t>For risky changes — migrations, refactors, infra — always start in plan mode.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endParaRPr lang="en-US" sz="1200"/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 b="1"/>
              <a:t>7. Use slash commands.  </a:t>
            </a:r>
            <a:r>
              <a:rPr lang="en-US" sz="1200"/>
              <a:t>Turn every repeated task into a /command. Drop a markdown file in .claude/commands/ and invoke by name.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endParaRPr lang="en-US" sz="1200"/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 b="1"/>
              <a:t>8. Use agents to optimise work.  </a:t>
            </a:r>
            <a:r>
              <a:rPr lang="en-US" sz="1200"/>
              <a:t>Delegate deep searches, parallel audits, and heavy research to subagents. Keep your main context for what matters.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endParaRPr lang="en-US" sz="1200"/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 i="1"/>
              <a:t>Docs: docs.claude.com  ·  code.claude.com/docs  ·  /memory and /help inside Claude Code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4ADC14-E54A-DFF4-525A-19B9E87F8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008" cy="457200"/>
          </a:xfrm>
        </p:spPr>
        <p:txBody>
          <a:bodyPr anchor="t">
            <a:normAutofit/>
          </a:bodyPr>
          <a:lstStyle/>
          <a:p>
            <a:r>
              <a:rPr lang="en-US" dirty="0"/>
              <a:t>The cheat sheet</a:t>
            </a:r>
          </a:p>
        </p:txBody>
      </p:sp>
    </p:spTree>
    <p:extLst>
      <p:ext uri="{BB962C8B-B14F-4D97-AF65-F5344CB8AC3E}">
        <p14:creationId xmlns:p14="http://schemas.microsoft.com/office/powerpoint/2010/main" val="3502551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E2055A2-777D-CE6C-6CCC-A684A4DD9DB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EB7FAD-44D2-7D07-7813-F08EE47FC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practice: /review-branch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388B3F-A497-CFFB-081F-C01E4295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buNone/>
            </a:pPr>
            <a:r>
              <a:rPr lang="en-US" sz="1200" b="1" dirty="0">
                <a:solidFill>
                  <a:schemeClr val="accent2"/>
                </a:solidFill>
              </a:rPr>
              <a:t>SLASH COMMAND + SUBAGENTS</a:t>
            </a:r>
          </a:p>
          <a:p>
            <a:pPr>
              <a:spcAft>
                <a:spcPts val="400"/>
              </a:spcAft>
              <a:buNone/>
            </a:pPr>
            <a:r>
              <a:rPr lang="en-US" sz="1600" dirty="0"/>
              <a:t>A single /command that classifies changed files by team, then spawns a dedicated reviewer subagent for each layer — in parallel.</a:t>
            </a:r>
          </a:p>
          <a:p>
            <a:pPr>
              <a:spcBef>
                <a:spcPts val="500"/>
              </a:spcBef>
              <a:buNone/>
            </a:pPr>
            <a:r>
              <a:rPr lang="en-US" sz="1400" b="1" dirty="0">
                <a:solidFill>
                  <a:schemeClr val="lt2"/>
                </a:solidFill>
              </a:rPr>
              <a:t>What it does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 dirty="0"/>
              <a:t>Runs git diff to get changed files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 dirty="0"/>
              <a:t>Classifies into FED, BED, YML layers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 dirty="0"/>
              <a:t>Spawns one reviewer subagent per layer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 dirty="0"/>
              <a:t>Returns a unified review report</a:t>
            </a:r>
          </a:p>
          <a:p>
            <a:pPr>
              <a:spcBef>
                <a:spcPts val="500"/>
              </a:spcBef>
              <a:buNone/>
            </a:pPr>
            <a:r>
              <a:rPr lang="en-US" sz="1400" b="1" dirty="0">
                <a:solidFill>
                  <a:schemeClr val="lt2"/>
                </a:solidFill>
              </a:rPr>
              <a:t>Why it works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 dirty="0"/>
              <a:t>Reviewers run in parallel — no waiting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 dirty="0"/>
              <a:t>Each subagent context is isolated and lean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 dirty="0"/>
              <a:t>One command replaces a manual review 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2070E6-1709-E5E7-0518-602CDDE0D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457200"/>
            <a:ext cx="9161473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0555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5596F2-409E-9F38-6B9B-BE7ABE906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Output: graded review report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43DC8-3ACA-6C1B-BE14-777FF669C1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buNone/>
            </a:pPr>
            <a:endParaRPr lang="en-US" sz="15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6803DB-8151-6E67-6781-223DF205D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914400"/>
            <a:ext cx="10684897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718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9635308-FAA6-EE69-C39A-59FA7010903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E496C-E6A2-3F51-3B7E-F624532EA6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buNone/>
            </a:pPr>
            <a:r>
              <a:rPr lang="en-US" sz="1200" b="1">
                <a:solidFill>
                  <a:schemeClr val="accent2"/>
                </a:solidFill>
              </a:rPr>
              <a:t>THE FULL LIBRARY</a:t>
            </a:r>
          </a:p>
          <a:p>
            <a:pPr>
              <a:spcAft>
                <a:spcPts val="400"/>
              </a:spcAft>
              <a:buNone/>
            </a:pPr>
            <a:r>
              <a:rPr lang="en-US" sz="1600"/>
              <a:t>Every agent and command is just a markdown file. Checked into git, versioned, and shared across the team.</a:t>
            </a:r>
          </a:p>
          <a:p>
            <a:pPr>
              <a:spcBef>
                <a:spcPts val="500"/>
              </a:spcBef>
              <a:buNone/>
            </a:pPr>
            <a:r>
              <a:rPr lang="en-US" sz="1400" b="1">
                <a:solidFill>
                  <a:schemeClr val="lt2"/>
                </a:solidFill>
              </a:rPr>
              <a:t>agents/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/>
              <a:t>One file per specialist — bed-reviewer, fed-reviewer, yml-reviewer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/>
              <a:t>Each defines name, tools, memory scope, and system prompt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/>
              <a:t>Invoked automatically by commands like /review-branch</a:t>
            </a:r>
          </a:p>
          <a:p>
            <a:pPr>
              <a:spcBef>
                <a:spcPts val="500"/>
              </a:spcBef>
              <a:buNone/>
            </a:pPr>
            <a:r>
              <a:rPr lang="en-US" sz="1400" b="1">
                <a:solidFill>
                  <a:schemeClr val="lt2"/>
                </a:solidFill>
              </a:rPr>
              <a:t>commands/</a:t>
            </a:r>
          </a:p>
          <a:p>
            <a:pPr marL="228600" indent="-228600">
              <a:spcBef>
                <a:spcPts val="100"/>
              </a:spcBef>
              <a:buFont typeface="Arial"/>
              <a:buChar char="›"/>
            </a:pPr>
            <a:r>
              <a:rPr lang="en-US" sz="1400">
                <a:latin typeface="Courier New"/>
              </a:rPr>
              <a:t>create-component, create-fed-component</a:t>
            </a:r>
          </a:p>
          <a:p>
            <a:pPr marL="228600" indent="-228600">
              <a:spcBef>
                <a:spcPts val="100"/>
              </a:spcBef>
              <a:buFont typeface="Arial"/>
              <a:buChar char="›"/>
            </a:pPr>
            <a:r>
              <a:rPr lang="en-US" sz="1400">
                <a:latin typeface="Courier New"/>
              </a:rPr>
              <a:t>generate-mock, build-validate</a:t>
            </a:r>
          </a:p>
          <a:p>
            <a:pPr marL="228600" indent="-228600">
              <a:spcBef>
                <a:spcPts val="100"/>
              </a:spcBef>
              <a:buFont typeface="Arial"/>
              <a:buChar char="›"/>
            </a:pPr>
            <a:r>
              <a:rPr lang="en-US" sz="1400">
                <a:latin typeface="Courier New"/>
              </a:rPr>
              <a:t>review-branch, branch-status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/>
              <a:t>16 commands covering the full dev workflow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/>
              <a:t>New teammate runs /review-branch on day one</a:t>
            </a:r>
            <a:endParaRPr lang="en-US" sz="15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C8B753-6A80-77EE-0683-BF0E966C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Inside .claude/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4763B6-13FC-2F96-73AC-ACF14C4BC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57200"/>
            <a:ext cx="3788867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1768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04CF-6A49-AB0E-18C3-FA07BB607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B0DA1-57C4-539A-1795-F0D7B029CF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docs.claude.ai  ·  code.claude.com/docs</a:t>
            </a:r>
          </a:p>
        </p:txBody>
      </p:sp>
    </p:spTree>
    <p:extLst>
      <p:ext uri="{BB962C8B-B14F-4D97-AF65-F5344CB8AC3E}">
        <p14:creationId xmlns:p14="http://schemas.microsoft.com/office/powerpoint/2010/main" val="2017123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BEDF6-7855-F6AC-54BF-37794BED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196F1-2B6F-EE92-96F8-681C3B1534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Now go ship something.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B0D5D-35CC-4FE4-27F9-06AEBAD56B5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F62A640-FB43-9845-B963-5E976C91604A}" type="datetime4">
              <a:rPr lang="en-US" smtClean="0"/>
              <a:t>June 23,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9B14C-78D4-B71F-D8C0-C0D5ADD938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l"/>
            <a:r>
              <a:rPr lang="en-US"/>
              <a:t>Prepared by Americaneagle.com. All contents proprietary and confidential. ©2024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268893"/>
      </p:ext>
    </p:extLst>
  </p:cSld>
  <p:clrMapOvr>
    <a:masterClrMapping/>
  </p:clrMapOvr>
</p:sld>
</file>

<file path=ppt/theme/theme1.xml><?xml version="1.0" encoding="utf-8"?>
<a:theme xmlns:a="http://schemas.openxmlformats.org/drawingml/2006/main" name="AE Master 2024 v.1 [1776603744371]">
  <a:themeElements>
    <a:clrScheme name="AE Colors 2024 1">
      <a:dk1>
        <a:srgbClr val="323232"/>
      </a:dk1>
      <a:lt1>
        <a:srgbClr val="FFFFFF"/>
      </a:lt1>
      <a:dk2>
        <a:srgbClr val="003057"/>
      </a:dk2>
      <a:lt2>
        <a:srgbClr val="858585"/>
      </a:lt2>
      <a:accent1>
        <a:srgbClr val="005CD7"/>
      </a:accent1>
      <a:accent2>
        <a:srgbClr val="0F73E2"/>
      </a:accent2>
      <a:accent3>
        <a:srgbClr val="DBEAFB"/>
      </a:accent3>
      <a:accent4>
        <a:srgbClr val="C8102E"/>
      </a:accent4>
      <a:accent5>
        <a:srgbClr val="DB3745"/>
      </a:accent5>
      <a:accent6>
        <a:srgbClr val="F9E1E3"/>
      </a:accent6>
      <a:hlink>
        <a:srgbClr val="0F73E2"/>
      </a:hlink>
      <a:folHlink>
        <a:srgbClr val="005CD7"/>
      </a:folHlink>
    </a:clrScheme>
    <a:fontScheme name="AE Fonts 2024">
      <a:majorFont>
        <a:latin typeface="Bebas Neue"/>
        <a:ea typeface=""/>
        <a:cs typeface=""/>
      </a:majorFont>
      <a:minorFont>
        <a:latin typeface="Libre Frankl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tIns="91440" bIns="91440" rtlCol="0" anchor="ctr"/>
      <a:lstStyle>
        <a:defPPr algn="ctr">
          <a:defRPr sz="1400" dirty="0" err="1">
            <a:latin typeface="Libre Franklin" pitchFamily="2" charset="7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 defTabSz="283464">
          <a:defRPr sz="1400" dirty="0" err="1" smtClean="0">
            <a:latin typeface="Libre Franklin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792e580-ba38-4748-ba3c-8f04c32d6d4b}">
  <we:reference id="WA200010001" version="1.0.0.1" store="en-US" storeType="OMEX"/>
  <we:alternateReferences/>
  <we:properties>
    <we:property name="Microsoft.Office.CampaignId" value="&quot;none&quot;"/>
    <we:property name="claude.fileId" value="&quot;57fe1cf8-e0b9-4f2f-97d5-75ef7e3a0ad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3971</TotalTime>
  <Words>3549</Words>
  <Application>Microsoft Office PowerPoint</Application>
  <PresentationFormat>Widescreen</PresentationFormat>
  <Paragraphs>556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Bebas Neue</vt:lpstr>
      <vt:lpstr>Bebas Neue Regular</vt:lpstr>
      <vt:lpstr>Courier New</vt:lpstr>
      <vt:lpstr>Libre Franklin</vt:lpstr>
      <vt:lpstr>Libre Franklin ExtraBold</vt:lpstr>
      <vt:lpstr>Libre Franklin Light</vt:lpstr>
      <vt:lpstr>AE Master 2024 v.1 [1776603744371]</vt:lpstr>
      <vt:lpstr>Claude for Developers Best Practices</vt:lpstr>
      <vt:lpstr>What we'll cover</vt:lpstr>
      <vt:lpstr>How Claude fits in your workflow</vt:lpstr>
      <vt:lpstr>…and beyond engineering</vt:lpstr>
      <vt:lpstr>Pick the right surface for the job</vt:lpstr>
      <vt:lpstr>Claude shows up everywhere you work</vt:lpstr>
      <vt:lpstr>Models: which Claude when?</vt:lpstr>
      <vt:lpstr>The core loop: Plan → Context → Ask → Iterate</vt:lpstr>
      <vt:lpstr>CLAUDE.md Your project's memory</vt:lpstr>
      <vt:lpstr>What is CLAUDE.md?</vt:lpstr>
      <vt:lpstr>Where CLAUDE.md lives — and how it loads</vt:lpstr>
      <vt:lpstr>What goes inside — and what doesn't</vt:lpstr>
      <vt:lpstr>Example: a tight project CLAUDE.md</vt:lpstr>
      <vt:lpstr>Controlling file access: use settings.json</vt:lpstr>
      <vt:lpstr>Context optimisation playbook</vt:lpstr>
      <vt:lpstr>The Claude Code extensibility surface</vt:lpstr>
      <vt:lpstr>Slash commands: prompts as files</vt:lpstr>
      <vt:lpstr>Subagents: protect your context</vt:lpstr>
      <vt:lpstr>Hooks: the actual guardrails</vt:lpstr>
      <vt:lpstr>MCP: plug Claude into your stack</vt:lpstr>
      <vt:lpstr>Skills: package your workflows</vt:lpstr>
      <vt:lpstr>Common pitfalls</vt:lpstr>
      <vt:lpstr>Pitfalls — and what to do instead</vt:lpstr>
      <vt:lpstr>The cheat sheet</vt:lpstr>
      <vt:lpstr>In practice: /review-branch</vt:lpstr>
      <vt:lpstr>Output: graded review report</vt:lpstr>
      <vt:lpstr>Inside .claude/</vt:lpstr>
      <vt:lpstr>Questions?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Nona Dzhurkova</cp:lastModifiedBy>
  <cp:revision>21</cp:revision>
  <dcterms:created xsi:type="dcterms:W3CDTF">2018-06-07T21:39:02Z</dcterms:created>
  <dcterms:modified xsi:type="dcterms:W3CDTF">2026-06-23T05:01:13Z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